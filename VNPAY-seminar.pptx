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Hỏi ai đã tải hai file và chạy thử chưa. Ai chưa có thì lấy trong thư mục 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cả lớp mở thư mục lab lên, kiểm tra có đúng hai file cạnh nhau không.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chạy ngay. Ai báo lỗi cổng 8080 thì tắt terminal cũ. Chờ tới khi đa số thấy cửa hàng.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Nhấn: chỉ đường 2 và 4 được ghi trạng thái. Đường 3 chạy qua trình duyệt của khách nên không tin.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Chờ cả lớp dán xong hai giá trị. Nhắc kiểm tra độ dài 8 và 32 ký tự.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chậm ba bước rồi mới chiếu code ở slide sau. Chỉ vào ví dụ chuỗi trước và sau.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Nhấn %02x chữ thường.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 chỗ dễ sai: TreeMap và encode giá trị. Hỏi lớp: nội dung đơn có dấu cách thì sao nếu quên encode.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hai dòng remove. Giải thích vì sao: VNPAY ký phần còn lại, không ký chính chữ ký.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cần đọc hết bảng, chỉ dừng ở Amount nhân 100 và TxnRef duy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Nhắc lưu đơn PENDING trước khi ký.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dừng. Cho 3 phút, đi quanh lớp. Dùng bảng lỗi để chữa nhanh.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quẹt thẻ test. Chỉ ra đơn vẫn PENDING và giải thích vì sao, dẫn sang ngrok.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Vẽ lên bảng ba dòng trong khối code nếu lớp chưa hình dung được.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đăng ký. Nhắc mỗi người một tài khoản, bản free chỉ một tunnel.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Chia lớp theo hệ điều hành. Ai Windows thì nhắc chép ngrok.exe vào cùng thư mục cho khỏi sửa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chỗ tắc nhiều nhất. Đi kiểm tra từng người bằng lệnh ngrok config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mở terminal thứ hai. Cửa sổ ngrok để yên, không tắt.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Đi chậm. Mỗi người dán địa chỉ của chính mình, không dùng chung. Sau khi export nhớ chạy lại Java.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to năm mã. Hỏi lớp: bỏ nhánh 02 thì chuyện gì xảy ra khi VNPAY gọi lại.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 cuối. Mở sẵn terminal để chỉ vào dòng log IPN.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Chỉ nói khi có người không khai được IPN. Nhấn: hash querydr nối bằng dấu gạch đứng.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Để slide này mở trong lúc cả lớp tự sửa. Không cần đọc.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file đáp án sẽ nằm trong Drive sau buổi. Cảm ơn và kết thúc.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1-ket-q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2-hai-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3-chay-la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4-l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5-todo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6-todo2-y-t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7-todo2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8-todo3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9-todo4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0-todo5-tham-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1-todo5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2-kiem-tr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3-the-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4-ngrok-vi-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5-ngrok-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6-ngrok-b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7-ngrok-b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8-ngrok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9-ngrok-b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0-todo6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1-kiem-tr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2-ipn-khong-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3-loi-thuong-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4-tong-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VNPAY Sandbox, Spring Boot</dc:title>
  <dc:subject>PptxGenJS Presentation</dc:subject>
  <dc:creator>DangLe</dc:creator>
  <cp:lastModifiedBy>DangLe</cp:lastModifiedBy>
  <cp:revision>1</cp:revision>
  <dcterms:created xsi:type="dcterms:W3CDTF">2026-09-22T18:19:06Z</dcterms:created>
  <dcterms:modified xsi:type="dcterms:W3CDTF">2026-09-22T18:19:06Z</dcterms:modified>
</cp:coreProperties>
</file>