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Hỏi ai đã tải hai file và chạy thử chưa. Ai chưa có thì lấy trong thư mục Drive.
Hỏi: Sao không tự viết chức năng thanh toán cho nhanh?
Đáp: Lưu số thẻ trên server mình là vi phạm PCI-DSS, và ngân hàng không cấp API trực tiếp cho đồ án. VNPAY đứng giữa, khách nhập thẻ trên trang của họ.
Hỏi: Sandbox có mất tiền thật không?
Đáp: Không. Thẻ test là thẻ giả, không có tiền nào chạy.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cả lớp mở thư mục lên, kiểm tra có đúng hai file cạnh nhau không.
Hỏi: Sao không nhét luôn HTML vào file Java?
Đáp: Tách ra thì sửa giao diện khỏi phải chạy lại server. Server đọc index.html từ đĩa mỗi lần load, bấm F5 là thấy.
Hỏi: Đổi tên file được không?
Đáp: index.html thì không, vì trong code đang đọc đúng tên đó. Tên file Java đổi được nhưng phải đổi cả tên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chạy ngay. Ai báo lỗi port 8080 thì tắt terminal cũ. Chờ tới khi đa số thấy cửa hàng.
Hỏi: Sao chạy java thẳng mà không cần javac?
Đáp: Từ JDK 11, java chạy được file nguồn đơn lẻ, nó tự biên dịch trong bộ nhớ.
Hỏi: Báo Address already in use là sao?
Đáp: Port 8080 còn app cũ đang giữ. Tắt terminal cũ hoặc đổi PORT trong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Nhấn: chỉ luồng 2 và 4 được ghi status. Luồng 3 chạy qua browser của khách.
Hỏi: Sao ReturnURL không được ghi status?
Đáp: Nó là URL trên browser của khách, ai cũng sửa được vnp_ResponseCode=00. Thêm nữa khách tắt tab là ReturnURL không bao giờ về.
Hỏi: IPN với querydr khác nhau chỗ nào?
Đáp: IPN là VNPAY chủ động gọi mình. querydr là mình chủ động hỏi VNPAY. Cả hai đều server to server và đều có checksum.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Chờ cả lớp dán xong hai giá trị. Nhắc kiểm tra độ dài 8 và 32 ký tự.
Hỏi: TmnCode có phải giữ bí mật không?
Đáp: Không. Nó nằm ngay trên URL thanh toán, ai cũng thấy. HashSecret mới là thứ phải giấu, lộ ra là người khác ký đơn giả được.
Hỏi: Hardcode vào code có sao không?
Đáp: Với bài tập thì được. Đồ án nộp lên GitHub thì phải đọc từ biến môi trường, GitHub có bot quét secret.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chậm ba bước rồi mới chiếu code ở slide sau. Chỉ vào ví dụ chuỗi trước và sau.
Hỏi: Sao phải sort theo alphabet?
Đáp: Mình và VNPAY phải ráp ra cùng một chuỗi thì hash mới giống nhau. Sort là quy ước để hai bên thống nhất thứ tự.
Hỏi: HMAC khác hash thường chỗ nào?
Đáp: Hash thường ai cũng tính được. HMAC cần thêm HashSecret nên chỉ mình và VNPAY tính ra đúng chuỗi đó.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Nhấn %02x chữ thường.
Hỏi: %02x và %02X khác gì?
Đáp: Chữ thường và chữ hoa của hex. VNPAY so chuỗi nên lệch là sai, trừ khi so bằng equalsIgnoreCase.
Hỏi: Sao chữ ký luôn dài 128 ký tự?
Đáp: Con số trong tên thuật toán là độ dài output tính bằng bit. SHA-512 ra 512 bit, chia 8 thành 64 byte. Mỗi byte in ra hex mất 2 ký tự, nên 64 x 2 = 128.
   sha256  32 byte  hex 64 ký tự
   sha384  48 byte  hex 96 ký tự
   sha512  64 byte  hex 128 ký tự
Hỏi: HMAC có làm chuỗi dài thêm không?
Đáp: Không. HMAC-SHA512 vẫn ra đúng 64 byte, vì bước cuối của HMAC cũng là một lần hash. HashSecret chỉ trộn vào input, không đụng tới độ dài output.
Hỏi: Số 2 trong %02x để làm gì?
Đáp: Ép in đủ hai chữ số. Byte nhỏ hơn 16 mà thiếu số 0 thì ra f thay vì 0f, chuỗi ngắn hơn 128 và chữ ký sai ngay.
Muốn chứng minh tại chỗ: System.out.println(mac.getMacLength()) ra 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 chỗ dễ sai: TreeMap và encode value. Hỏi lớp trước khi gõ.
Hỏi: Encode key hay encode value?
Đáp: Bắt buộc là value. Key toàn chữ ASCII nên encode hay không cũng ra như cũ.
Hỏi: Sao phải bỏ param rỗng?
Đáp: Vì VNPAY không đưa param rỗng vào chuỗi ký. Mình giữ lại là chuỗi dài hơn của họ, checksum lệch ngay.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hai dòng remove. Giải thích vì sao trước khi gõ.
Hỏi: Sao phải remove vnp_SecureHash rồi mới ký?
Đáp: Lúc VNPAY ký, chữ ký chưa tồn tại. Muốn ra cùng kết quả thì mình phải ký đúng phần họ đã ký, không tính chính chữ ký vào.
Hỏi: vnp_SecureHashType là gì mà cũng phải bỏ?
Đáp: Trường cũ ghi loại thuật toán. VNPAY không tính nó vào checksum nên bỏ luôn cho chắc.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Không cần đọc hết bảng, dừng ở Amount và TxnRef.
Hỏi: Sao Amount phải nhân 100?
Đáp: VNPAY tính theo đơn vị nhỏ nhất để tránh số thập phân. 25.000đ gửi đi là 2500000.
Hỏi: TxnRef trùng thì sao?
Đáp: VNPAY từ chối vì mã phải duy nhất trong 24h theo TmnCode. Khách trả lại lần hai phải sinh mã mới.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Gõ cùng cả lớp. Nhắc thứ tự: lưu đơn trước, ký sau.
Hỏi: Sao phải lưu đơn PENDING trước khi ký?
Đáp: Để khi IPN về còn tra ra đơn theo txnRef. Không có đơn trong bộ nhớ thì handler trả 01.
Hỏi: vnp_ExpireDate để 15 phút có ít quá không?
Đáp: Đủ cho một lần quẹt thẻ. Quá hạn thì VNPAY từ chối và khách tạo đơn mới.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dừng. Cho 3 phút, đi quanh lớp. Dùng bảng lỗi để chữa nhanh.
Hỏi: Sang được trang VNPAY nghĩa là đã xong chưa?
Đáp: Mới xong phần ký. TmnCode đúng, checksum đúng. Phần nhận kết quả vẫn chưa có.
Hỏi: Báo sai chữ ký mà không biết sai ở đâu?
Đáp: In chuỗi query ra trước khi hash, so từng ký tự với URL thật. Gần như luôn là quên encode value hoặc HashSecret dính khoảng trắng.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quẹt thẻ test. Chỉ ra đơn vẫn PENDING rồi dẫn sang ngrok.
Hỏi: Tiền trừ rồi mà đơn vẫn PENDING, có mất tiền không?
Đáp: Sandbox không có tiền thật. Và trạng thái thật vẫn nằm bên VNPAY, lát nữa querydr hỏi là ra.
Hỏi: Sao VNPAY không gọi về được?
Đáp: Server mình đang ở localhost, chỉ máy mình thấy. VNPAY ở ngoài internet không có đường vào.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Vẽ lên bảng ba dòng trong khối code nếu lớp chưa hình dung được.
Hỏi: Có cách nào khác ngoài ngrok không?
Đáp: Deploy lên server có IP public, hoặc dùng Cloudflare Tunnel. Với đồ án thì ngrok nhanh nhất.
Hỏi: Máy mình có bị lộ ra internet không?
Đáp: Chỉ đúng port 8080 và chỉ trong lúc ngrok chạy. Tắt là hết.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 cả lớp đăng ký. Nhắc mỗi người một tài khoản.
Hỏi: Dùng chung một tài khoản ngrok được không?
Đáp: Không. Bản free chỉ cho một tunnel chạy cùng lúc, người thứ hai bật là người đầu bị ngắt.
Hỏi: Có tốn tiền không?
Đáp: Không. Bản free đủ dùng, chỉ khác là URL đổi mỗi lần chạy.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Chia lớp theo hệ điều hành. Ai Windows thì nhắc chép ngrok.exe vào cùng thư mục.
Hỏi: Windows không có brew thì làm sao?
Đáp: Tải zip ở ngrok.com/download, giải nén ra ngrok.exe, chép vào cùng thư mục với ShopStart.java rồi gọi .\ngrok.exe.
Hỏi: Gõ ngrok mà báo command not found?
Đáp: File chưa nằm trong PATH. Hoặc thêm vào PATH, hoặc cd vào đúng thư mục chứa nó.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chỗ tắc nhiều nhất. Đi kiểm tra từng người bằng ngrok config check.
Hỏi: Authtoken lưu ở đâu, có phải gắn lại mỗi lần không?
Đáp: Lưu trong file ngrok.yml ở thư mục cấu hình. Gắn một lần là xong, không phải làm lại.
Hỏi: Báo no such file nghĩa là gì?
Đáp: Chưa có file cấu hình, tức là lệnh add-authtoken chưa chạy thành công. Copy lại dòng lệnh từ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mở terminal thứ hai. Cửa sổ ngrok để yên, không tắt.
Hỏi: Đóng cửa sổ ngrok thì sao?
Đáp: URL chết ngay. Mở lại sẽ ra URL khác và phải khai lại vào portal.
Hỏi: Sao phải hai terminal?
Đáp: Một chạy ngrok, một chạy Java. Cả hai đều phải sống cùng lúc.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Đi chậm. Mỗi người dán URL của chính mình. Sau khi export nhớ chạy lại Java.
Hỏi: Export xong mà không chạy lại Java có được không?
Đáp: Không. RETURN_URL đọc lúc khởi động, app đang chạy vẫn giữ giá trị cũ.
Hỏi: Khai sai URL thì hiện tượng gì?
Đáp: Trả tiền xong browser không quay về được, hoặc IPN không bao giờ tới. Log terminal sẽ im lặng.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Đọc to năm mã. Hỏi lớp trước khi gõ.
Hỏi: Bỏ nhánh 02 đi thì chuyện gì xảy ra?
Đáp: VNPAY retry nhiều lần, đơn bị ghi nhận nhiều lần. Trong hệ thống thật là cộng tiền cho khách nhiều lần.
Hỏi: Sao phải so lại số tiền, VNPAY gửi sang là đúng rồi mà?
Đáp: Đây là lớp bảo vệ cuối. Nếu số tiền không khớp đơn trong DB thì có chuyện, không ghi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Chỗ dừng cuối. Mở sẵn terminal để chỉ vào dòng log IPN.
Hỏi: Sao trang kết quả phải hỏi lại server, đọc trên URL cho nhanh?
Đáp: Tham số trên URL do browser mang về, khách sửa được. Status thật chỉ lấy từ server.
Hỏi: Xong rồi thì trong đồ án làm gì tiếp?
Đáp: Ở chỗ ghi PAID, thêm việc của mình: trừ kho, gửi mail, mở khoá đơn hàng.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Chỉ nói khi có người không khai được IPN. Nhấn hashData nối bằng dấu gạch đứng.
Hỏi: querydr thay hẳn IPN được không?
Đáp: Demo thì được. Thật thì IPN vẫn là chính vì nó tới ngay, querydr chỉ để đối soát và vá lỗ hổng khi IPN thất lạc.
Hỏi: Sao hash của querydr lại khác?
Đáp: Nó là API riêng, tài liệu quy định nối chuỗi theo thứ tự cố định. Dùng nhầm buildQueryString ở đây là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Để slide này mở trong lúc cả lớp tự sửa. Không cần đọc.
Hỏi: Làm sao biết IPN có về hay không?
Đáp: Nhìn log terminal chạy Java. Hoặc mở http://127.0.0.1:4040, đó là bảng theo dõi của ngrok, thấy hết mọi request đi vào.
Hỏi: Sửa code xong mà không thấy gì đổi?
Đáp: Quên chạy lại Java. Riêng index.html thì chỉ cần F5.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Nhắc file đáp án sẽ nằm trong Drive sau buổi. Cảm ơn và kết thúc.
Hỏi: Mang code này vào đồ án Spring Boot thế nào?
Đáp: Hai hàm hmacSHA512 và buildQueryString bê nguyên. ORDERS đổi thành repository. HttpServer đổi thành @RestController.
Hỏi: Muốn thêm MoMo hay ZaloPay thì sao?
Đáp: Mỗi cổng một kiểu ký riêng. Bọc sau một interface PaymentGateway rồi viết từng bản cài đặt.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1-ket-qu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2-hai-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3-chay-la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4-l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5-todo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6-todo2-y-t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7-todo2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8-todo3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09-todo4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0-todo5-tham-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1-todo5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2-kiem-tr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3-the-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4-ngrok-vi-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5-ngrok-b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6-ngrok-b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7-ngrok-b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8-ngrok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19-ngrok-b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0-todo6-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1-kiem-tr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2-ipn-khong-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3-loi-thuong-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nhdang_work/vnpay-seminar/slides-html/render/24-tong-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VNPAY Sandbox, Spring Boot</dc:title>
  <dc:subject>PptxGenJS Presentation</dc:subject>
  <dc:creator>DangLe</dc:creator>
  <cp:lastModifiedBy>DangLe</cp:lastModifiedBy>
  <cp:revision>1</cp:revision>
  <dcterms:created xsi:type="dcterms:W3CDTF">2026-09-23T02:48:50Z</dcterms:created>
  <dcterms:modified xsi:type="dcterms:W3CDTF">2026-09-23T02:48:50Z</dcterms:modified>
</cp:coreProperties>
</file>