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hôm nay mình trình bày về tích hợp VNPAY Sandbox. Buổi này ít lý thuyết, chủ yếu cả lớp code cùng mình. Code chỉ có một file Java, không cần Spring hay Maven.</a:t>
            </a:r>
          </a:p>
          <a:p>
            <a:endParaRPr lang="vi-VN"/>
          </a:p>
          <a:p>
            <a:r>
              <a:rPr lang="vi-VN" sz="1600" b="1" dirty="0"/>
              <a:t>Làm</a:t>
            </a:r>
          </a:p>
          <a:p>
            <a:r>
              <a:rPr lang="vi-VN" sz="1600" dirty="0"/>
              <a:t>Hỏi xem mọi người tải hai file trên Drive về chưa. Bạn nào chưa có thì tải trong lúc mình nói phần đầu.</a:t>
            </a:r>
          </a:p>
          <a:p>
            <a:endParaRPr lang="vi-VN"/>
          </a:p>
          <a:p>
            <a:r>
              <a:rPr lang="vi-VN" sz="1600" b="1" dirty="0"/>
              <a:t>Hỏi: Sao không tự làm form nhập thẻ luôn cho nhanh?</a:t>
            </a:r>
          </a:p>
          <a:p>
            <a:r>
              <a:rPr lang="vi-VN" sz="1600" dirty="0"/>
              <a:t>Đáp: Tự lưu số thẻ là vi phạm chuẩn PCI-DSS, với lại ngân hàng cũng không cấp API cho sinh viên làm đồ án. Nên mới cần cổng trung gian như VNPAY, khách nhập thẻ trên trang của VNPAY.</a:t>
            </a:r>
          </a:p>
          <a:p>
            <a:endParaRPr lang="vi-VN"/>
          </a:p>
          <a:p>
            <a:r>
              <a:rPr lang="vi-VN" sz="1600" b="1" dirty="0"/>
              <a:t>Hỏi: Sandbox có bị trừ tiền thật không?</a:t>
            </a:r>
          </a:p>
          <a:p>
            <a:r>
              <a:rPr lang="vi-VN" sz="1600" dirty="0"/>
              <a:t>Đáp: Không nha, thẻ test là thẻ giả, không có tiền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kết quả mà cuối buổi mọi người sẽ làm được. Bên trái là trang cửa hàng, bấm Thanh toán thì web chuyển qua trang của VNPAY. Mình nhập thẻ test, xong nó quay về trang bên phải, trạng thái đơn là PAID và có luôn mã giao dịch bên VNPAY.</a:t>
            </a:r>
          </a:p>
          <a:p>
            <a:endParaRPr lang="vi-VN"/>
          </a:p>
          <a:p>
            <a:r>
              <a:rPr lang="vi-VN" sz="1600" dirty="0"/>
              <a:t>Phần giao diện mình làm sẵn rồi, hôm nay mình chỉ code phía server thôi.</a:t>
            </a:r>
          </a:p>
          <a:p>
            <a:endParaRPr lang="vi-VN"/>
          </a:p>
          <a:p>
            <a:r>
              <a:rPr lang="vi-VN" sz="1600" b="1" dirty="0"/>
              <a:t>Hỏi: Mã đơn với mã GD tại VNPAY khác nhau sao?</a:t>
            </a:r>
          </a:p>
          <a:p>
            <a:r>
              <a:rPr lang="vi-VN" sz="1600" dirty="0"/>
              <a:t>Đáp: Mã đơn (vnp_TxnRef) là bên mình tự tạo. Còn mã GD (vnp_TransactionNo) là VNPAY cấp sau khi thanh toán xong, cần tra soát thì đưa mã này cho VNPAY.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mọi người nhìn qua luồng một chút. Số 1 là web gọi server lấy link thanh toán. Số 2 là IPN, VNPAY gọi thẳng về server báo kết quả. Số 3 là trình duyệt của khách quay về web. Số 4 là server tự hỏi lại VNPAY.</a:t>
            </a:r>
          </a:p>
          <a:p>
            <a:endParaRPr lang="vi-VN"/>
          </a:p>
          <a:p>
            <a:r>
              <a:rPr lang="vi-VN" sz="1600" dirty="0"/>
              <a:t>Chỉ số 2 với số 4 được cập nhật trạng thái đơn. Số 3 đi qua trình duyệt nên chỉ dùng để hiển thị.</a:t>
            </a:r>
          </a:p>
          <a:p>
            <a:endParaRPr lang="vi-VN"/>
          </a:p>
          <a:p>
            <a:r>
              <a:rPr lang="vi-VN" sz="1600" b="1" dirty="0"/>
              <a:t>Hỏi: Sao ReturnURL không được cập nhật trạng thái đơn?</a:t>
            </a:r>
          </a:p>
          <a:p>
            <a:r>
              <a:rPr lang="vi-VN" sz="1600" dirty="0"/>
              <a:t>Đáp: Nó nằm trên trình duyệt, khách sửa vnp_ResponseCode=00 trên URL là xong. Khách tắt tab thì nó cũng không về.</a:t>
            </a:r>
          </a:p>
          <a:p>
            <a:endParaRPr lang="vi-VN"/>
          </a:p>
          <a:p>
            <a:r>
              <a:rPr lang="vi-VN" sz="1600" b="1" dirty="0"/>
              <a:t>Hỏi: IPN với querydr khác nhau chỗ nào?</a:t>
            </a:r>
          </a:p>
          <a:p>
            <a:r>
              <a:rPr lang="vi-VN" sz="1600" dirty="0"/>
              <a:t>Đáp: IPN là VNPAY chủ động gọi mình, còn querydr là mình chủ động hỏi VNPAY. Hai cái đều là server gọi server và đều có chữ ký.</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mình chạy thử bản trống, để chắc là máy ai cũng chạy được.</a:t>
            </a:r>
          </a:p>
          <a:p>
            <a:endParaRPr lang="vi-VN"/>
          </a:p>
          <a:p>
            <a:r>
              <a:rPr lang="vi-VN" sz="1600" b="1" dirty="0"/>
              <a:t>Làm</a:t>
            </a:r>
          </a:p>
          <a:p>
            <a:r>
              <a:rPr lang="vi-VN" sz="1600" dirty="0"/>
              <a:t>1. Mở thư mục chứa ShopStart.java và index.html bằng VSCode.</a:t>
            </a:r>
          </a:p>
          <a:p>
            <a:r>
              <a:rPr lang="vi-VN" sz="1600" dirty="0"/>
              <a:t>2. Mở terminal: menu Terminal → New Terminal.</a:t>
            </a:r>
          </a:p>
          <a:p>
            <a:r>
              <a:rPr lang="vi-VN" sz="1600" dirty="0"/>
              <a:t>3. Gõ java ShopStart.java rồi Enter.</a:t>
            </a:r>
          </a:p>
          <a:p>
            <a:r>
              <a:rPr lang="vi-VN" sz="1600" dirty="0"/>
              <a:t>4. Mở trình duyệt vào localhost:8080, thấy trang cửa hàng.</a:t>
            </a:r>
          </a:p>
          <a:p>
            <a:r>
              <a:rPr lang="vi-VN" sz="1600" dirty="0"/>
              <a:t>5. Bấm Thanh toán, báo Chưa làm TODO 5 là đúng.</a:t>
            </a:r>
          </a:p>
          <a:p>
            <a:r>
              <a:rPr lang="vi-VN" sz="1600" dirty="0"/>
              <a:t>Chờ đa số chạy được rồi mới qua slide sau.</a:t>
            </a:r>
          </a:p>
          <a:p>
            <a:endParaRPr lang="vi-VN"/>
          </a:p>
          <a:p>
            <a:r>
              <a:rPr lang="vi-VN" sz="1600" b="1" dirty="0"/>
              <a:t>Hỏi: Báo java: command not found?</a:t>
            </a:r>
          </a:p>
          <a:p>
            <a:r>
              <a:rPr lang="vi-VN" sz="1600" dirty="0"/>
              <a:t>Đáp: Máy chưa cài JDK hoặc chưa có trong PATH. Gõ java -version kiểm tra, cần JDK 17 trở lên.</a:t>
            </a:r>
          </a:p>
          <a:p>
            <a:endParaRPr lang="vi-VN"/>
          </a:p>
          <a:p>
            <a:r>
              <a:rPr lang="vi-VN" sz="1600" b="1" dirty="0"/>
              <a:t>Hỏi: Báo Address already in use?</a:t>
            </a:r>
          </a:p>
          <a:p>
            <a:r>
              <a:rPr lang="vi-VN" sz="1600" dirty="0"/>
              <a:t>Đáp: Port 8080 đang bị chiếm, thường là terminal cũ còn chạy. Tắt terminal đó đi.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1 là điền hai giá trị VNPAY gửi trong email lúc đăng ký sandbox.</a:t>
            </a:r>
          </a:p>
          <a:p>
            <a:endParaRPr lang="vi-VN"/>
          </a:p>
          <a:p>
            <a:r>
              <a:rPr lang="vi-VN" sz="1600" b="1" dirty="0"/>
              <a:t>Làm</a:t>
            </a:r>
          </a:p>
          <a:p>
            <a:r>
              <a:rPr lang="vi-VN" sz="1600" dirty="0"/>
              <a:t>1. Trong ShopStart.java bấm Ctrl+F (Mac là Cmd+F), tìm TODO 1.</a:t>
            </a:r>
          </a:p>
          <a:p>
            <a:r>
              <a:rPr lang="vi-VN" sz="1600" dirty="0"/>
              <a:t>2. Mở email VNPAY, copy vnp_TmnCode, dán vào giữa hai dấu nháy của TMN_CODE.</a:t>
            </a:r>
          </a:p>
          <a:p>
            <a:r>
              <a:rPr lang="vi-VN" sz="1600" dirty="0"/>
              <a:t>3. Copy vnp_HashSecret, dán vào HASH_SECRET.</a:t>
            </a:r>
          </a:p>
          <a:p>
            <a:r>
              <a:rPr lang="vi-VN" sz="1600" dirty="0"/>
              <a:t>4. Kiểm tra lại: TmnCode 8 ký tự, HashSecret 32 ký tự, không dính dấu cách.</a:t>
            </a:r>
          </a:p>
          <a:p>
            <a:r>
              <a:rPr lang="vi-VN" sz="1600" dirty="0"/>
              <a:t>5. Lưu file. Chưa cần chạy lại.</a:t>
            </a:r>
          </a:p>
          <a:p>
            <a:endParaRPr lang="vi-VN"/>
          </a:p>
          <a:p>
            <a:r>
              <a:rPr lang="vi-VN" sz="1600" b="1" dirty="0"/>
              <a:t>Hỏi: TmnCode có cần giấu không?</a:t>
            </a:r>
          </a:p>
          <a:p>
            <a:r>
              <a:rPr lang="vi-VN" sz="1600" dirty="0"/>
              <a:t>Đáp: Không, nó nằm luôn trên URL thanh toán. Cái cần giấu là HashSecret, lộ ra thì người khác ký được đơn giả.</a:t>
            </a:r>
          </a:p>
          <a:p>
            <a:endParaRPr lang="vi-VN"/>
          </a:p>
          <a:p>
            <a:r>
              <a:rPr lang="vi-VN" sz="1600" b="1" dirty="0"/>
              <a:t>Hỏi: Không thấy email VNPAY?</a:t>
            </a:r>
          </a:p>
          <a:p>
            <a:r>
              <a:rPr lang="vi-VN" sz="1600" dirty="0"/>
              <a:t>Đáp: Xem trong mục spam hoặc quảng cáo của hộp thư.</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mấy hàm ký thì mình nói qua cách VNPAY tạo chữ ký. Có 3 bước thôi: sắp xếp tham số theo alphabet, encode giá trị rồi nối bằng dấu &amp;, cuối cùng băm HMAC-SHA512 bằng HashSecret.</a:t>
            </a:r>
          </a:p>
          <a:p>
            <a:endParaRPr lang="vi-VN"/>
          </a:p>
          <a:p>
            <a:r>
              <a:rPr lang="vi-VN" sz="1600" dirty="0"/>
              <a:t>Lúc gửi đi mình ký, lúc VNPAY trả về thì họ cũng ký theo đúng cách này. Hai bên ra cùng một chuỗi thì chữ ký mới khớp được.</a:t>
            </a:r>
          </a:p>
          <a:p>
            <a:endParaRPr lang="vi-VN"/>
          </a:p>
          <a:p>
            <a:r>
              <a:rPr lang="vi-VN" sz="1600" dirty="0"/>
              <a:t>3 bước này tương ứng với 3 TODO tiếp theo.</a:t>
            </a:r>
          </a:p>
          <a:p>
            <a:endParaRPr lang="vi-VN"/>
          </a:p>
          <a:p>
            <a:r>
              <a:rPr lang="vi-VN" sz="1600" b="1" dirty="0"/>
              <a:t>Hỏi: Sao phải sắp xếp theo alphabet?</a:t>
            </a:r>
          </a:p>
          <a:p>
            <a:r>
              <a:rPr lang="vi-VN" sz="1600" dirty="0"/>
              <a:t>Đáp: Để mình với VNPAY ráp ra đúng một chuỗi giống nhau, chứ mỗi bên một thứ tự là hash ra khác liền.</a:t>
            </a:r>
          </a:p>
          <a:p>
            <a:endParaRPr lang="vi-VN"/>
          </a:p>
          <a:p>
            <a:r>
              <a:rPr lang="vi-VN" sz="1600" b="1" dirty="0"/>
              <a:t>Hỏi: HMAC khác hash thường chỗ nào?</a:t>
            </a:r>
          </a:p>
          <a:p>
            <a:r>
              <a:rPr lang="vi-VN" sz="1600" dirty="0"/>
              <a:t>Đáp: Hash thường thì ai cũng tính được. HMAC phải có thêm HashSecret, nên chỉ mình với VNPAY tính ra được.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băm chuỗi data bằng key là HashSecret, trả về chuỗi hex chữ thường.</a:t>
            </a:r>
          </a:p>
          <a:p>
            <a:endParaRPr lang="vi-VN"/>
          </a:p>
          <a:p>
            <a:r>
              <a:rPr lang="vi-VN" sz="1600" b="1" dirty="0"/>
              <a:t>Gõ theo thứ tự</a:t>
            </a:r>
          </a:p>
          <a:p>
            <a:r>
              <a:rPr lang="vi-VN" sz="1600" dirty="0"/>
              <a:t>1. Xoá dòng return ""; có sẵn trong hàm.</a:t>
            </a:r>
          </a:p>
          <a:p>
            <a:r>
              <a:rPr lang="vi-VN" sz="1600" dirty="0"/>
              <a:t>2. Mở try catch, vì getInstance và init có thể ném exception.</a:t>
            </a:r>
          </a:p>
          <a:p>
            <a:r>
              <a:rPr lang="vi-VN" sz="1600" dirty="0"/>
              <a:t>3. Mac mac = Mac.getInstance("HmacSHA512"): lấy thuật toán.</a:t>
            </a:r>
          </a:p>
          <a:p>
            <a:r>
              <a:rPr lang="vi-VN" sz="1600" dirty="0"/>
              <a:t>4. mac.init(new SecretKeySpec(...)): gắn key vào. UTF_8 đã khai báo sẵn ở đầu file.</a:t>
            </a:r>
          </a:p>
          <a:p>
            <a:r>
              <a:rPr lang="vi-VN" sz="1600" dirty="0"/>
              <a:t>5. mac.doFinal(data.getBytes(UTF_8)): ra mảng 64 byte.</a:t>
            </a:r>
          </a:p>
          <a:p>
            <a:r>
              <a:rPr lang="vi-VN" sz="1600" dirty="0"/>
              <a:t>6. Tạo StringBuilder, vòng for đổi từng byte ra 2 ký tự bằng String.format("%02x", b).</a:t>
            </a:r>
          </a:p>
          <a:p>
            <a:r>
              <a:rPr lang="vi-VN" sz="1600" dirty="0"/>
              <a:t>7. return hex.toString(). Trong catch thì ném IllegalStateException.</a:t>
            </a:r>
          </a:p>
          <a:p>
            <a:endParaRPr lang="vi-VN"/>
          </a:p>
          <a:p>
            <a:r>
              <a:rPr lang="vi-VN" sz="1600" b="1" dirty="0"/>
              <a:t>Hỏi: Sao chữ ký luôn dài 128 ký tự?</a:t>
            </a:r>
          </a:p>
          <a:p>
            <a:r>
              <a:rPr lang="vi-VN" sz="1600" dirty="0"/>
              <a:t>Đáp: SHA-512 ra 512 bit, chia 8 được 64 byte. Mỗi byte in ra hex là 2 ký tự nên 64 x 2 = 128.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ráp map tham số thành chuỗi key=value nối bằng dấu &amp;, đã sắp xếp và encode.</a:t>
            </a:r>
          </a:p>
          <a:p>
            <a:endParaRPr lang="vi-VN"/>
          </a:p>
          <a:p>
            <a:r>
              <a:rPr lang="vi-VN" sz="1600" b="1" dirty="0"/>
              <a:t>Gõ theo thứ tự</a:t>
            </a:r>
          </a:p>
          <a:p>
            <a:r>
              <a:rPr lang="vi-VN" sz="1600" dirty="0"/>
              <a:t>1. Xoá dòng return ""; có sẵn.</a:t>
            </a:r>
          </a:p>
          <a:p>
            <a:r>
              <a:rPr lang="vi-VN" sz="1600" dirty="0"/>
              <a:t>2. Tạo StringBuilder sb.</a:t>
            </a:r>
          </a:p>
          <a:p>
            <a:r>
              <a:rPr lang="vi-VN" sz="1600" dirty="0"/>
              <a:t>3. Vòng for duyệt new TreeMap&lt;&gt;(params).entrySet(). TreeMap tự sắp key theo alphabet.</a:t>
            </a:r>
          </a:p>
          <a:p>
            <a:r>
              <a:rPr lang="vi-VN" sz="1600" dirty="0"/>
              <a:t>4. Value null hoặc rỗng thì continue.</a:t>
            </a:r>
          </a:p>
          <a:p>
            <a:r>
              <a:rPr lang="vi-VN" sz="1600" dirty="0"/>
              <a:t>5. Nếu sb đã có chữ thì append dấu &amp; trước.</a:t>
            </a:r>
          </a:p>
          <a:p>
            <a:r>
              <a:rPr lang="vi-VN" sz="1600" dirty="0"/>
              <a:t>6. Append key đã encode, dấu =, rồi value đã encode. ASCII là US_ASCII khai báo sẵn ở đầu file.</a:t>
            </a:r>
          </a:p>
          <a:p>
            <a:r>
              <a:rPr lang="vi-VN" sz="1600" dirty="0"/>
              <a:t>7. Hết vòng for thì return sb.toString().</a:t>
            </a:r>
          </a:p>
          <a:p>
            <a:endParaRPr lang="vi-VN"/>
          </a:p>
          <a:p>
            <a:r>
              <a:rPr lang="vi-VN" sz="1600" b="1" dirty="0"/>
              <a:t>Hỏi: Encode key hay encode value?</a:t>
            </a:r>
          </a:p>
          <a:p>
            <a:r>
              <a:rPr lang="vi-VN" sz="1600" dirty="0"/>
              <a:t>Đáp: Bắt buộc encode value. Key toàn chữ không dấu nên encode hay không cũng như nhau.</a:t>
            </a:r>
          </a:p>
          <a:p>
            <a:endParaRPr lang="vi-VN"/>
          </a:p>
          <a:p>
            <a:r>
              <a:rPr lang="vi-VN" sz="1600" b="1" dirty="0"/>
              <a:t>Hỏi: Sao phải bỏ tham số rỗng?</a:t>
            </a:r>
          </a:p>
          <a:p>
            <a:r>
              <a:rPr lang="vi-VN" sz="1600" dirty="0"/>
              <a:t>Đáp: VNPAY không đưa tham số rỗng vào chuỗi ký, mình để lại là chuỗi khác của họ.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kiểm tra dữ liệu gửi về có đúng là VNPAY ký không.</a:t>
            </a:r>
          </a:p>
          <a:p>
            <a:endParaRPr lang="vi-VN"/>
          </a:p>
          <a:p>
            <a:r>
              <a:rPr lang="vi-VN" sz="1600" b="1" dirty="0"/>
              <a:t>Gõ theo thứ tự</a:t>
            </a:r>
          </a:p>
          <a:p>
            <a:r>
              <a:rPr lang="vi-VN" sz="1600" dirty="0"/>
              <a:t>1. Xoá dòng return false; có sẵn.</a:t>
            </a:r>
          </a:p>
          <a:p>
            <a:r>
              <a:rPr lang="vi-VN" sz="1600" dirty="0"/>
              <a:t>2. Lấy received = params.get("vnp_SecureHash"). Null hoặc rỗng thì return false.</a:t>
            </a:r>
          </a:p>
          <a:p>
            <a:r>
              <a:rPr lang="vi-VN" sz="1600" dirty="0"/>
              <a:t>3. Copy params sang một TreeMap tên clone, để không sửa map gốc.</a:t>
            </a:r>
          </a:p>
          <a:p>
            <a:r>
              <a:rPr lang="vi-VN" sz="1600" dirty="0"/>
              <a:t>4. clone.remove hai key vnp_SecureHash và vnp_SecureHashType.</a:t>
            </a:r>
          </a:p>
          <a:p>
            <a:r>
              <a:rPr lang="vi-VN" sz="1600" dirty="0"/>
              <a:t>5. Ký lại: hmacSHA512(HASH_SECRET, buildQueryString(clone)).</a:t>
            </a:r>
          </a:p>
          <a:p>
            <a:r>
              <a:rPr lang="vi-VN" sz="1600" dirty="0"/>
              <a:t>6. So với received bằng equalsIgnoreCase rồi return kết quả.</a:t>
            </a:r>
          </a:p>
          <a:p>
            <a:endParaRPr lang="vi-VN"/>
          </a:p>
          <a:p>
            <a:r>
              <a:rPr lang="vi-VN" sz="1600" b="1" dirty="0"/>
              <a:t>Hỏi: Sao phải remove vnp_SecureHash rồi mới ký lại?</a:t>
            </a:r>
          </a:p>
          <a:p>
            <a:r>
              <a:rPr lang="vi-VN" sz="1600" dirty="0"/>
              <a:t>Đáp: Lúc VNPAY ký thì chưa có chữ ký này. Phải ký đúng phần dữ liệu họ đã ký thì mới ra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5 chia hai slide. Phần 1 là lưu đơn và bỏ tham số vào map.</a:t>
            </a:r>
          </a:p>
          <a:p>
            <a:endParaRPr lang="vi-VN"/>
          </a:p>
          <a:p>
            <a:r>
              <a:rPr lang="vi-VN" sz="1600" b="1" dirty="0"/>
              <a:t>Gõ theo thứ tự</a:t>
            </a:r>
          </a:p>
          <a:p>
            <a:r>
              <a:rPr lang="vi-VN" sz="1600" dirty="0"/>
              <a:t>1. Xoá dòng return báo lỗi Chưa làm TODO 5.</a:t>
            </a:r>
          </a:p>
          <a:p>
            <a:r>
              <a:rPr lang="vi-VN" sz="1600" dirty="0"/>
              <a:t>2. now = LocalDateTime.now(VN). VN là múi giờ Asia/Ho_Chi_Minh khai sẵn.</a:t>
            </a:r>
          </a:p>
          <a:p>
            <a:r>
              <a:rPr lang="vi-VN" sz="1600" dirty="0"/>
              <a:t>3. createDate = now.format(TIME), dạng yyyyMMddHHmmss.</a:t>
            </a:r>
          </a:p>
          <a:p>
            <a:r>
              <a:rPr lang="vi-VN" sz="1600" dirty="0"/>
              <a:t>4. txnRef = newTxnRef(createDate), hàm này có sẵn ở dưới.</a:t>
            </a:r>
          </a:p>
          <a:p>
            <a:r>
              <a:rPr lang="vi-VN" sz="1600" dirty="0"/>
              <a:t>5. ORDERS.put(...): lưu đơn, trạng thái mặc định là PENDING.</a:t>
            </a:r>
          </a:p>
          <a:p>
            <a:r>
              <a:rPr lang="vi-VN" sz="1600" dirty="0"/>
              <a:t>6. Tạo HashMap p, put 13 tham số. Mình đọc từng dòng, mọi người gõ theo.</a:t>
            </a:r>
          </a:p>
          <a:p>
            <a:r>
              <a:rPr lang="vi-VN" sz="1600" dirty="0"/>
              <a:t>7. Amount nhân 100, ExpireDate cộng 15 phút, bankCode có giá trị mới put.</a:t>
            </a:r>
          </a:p>
          <a:p>
            <a:r>
              <a:rPr lang="vi-VN" sz="1600" dirty="0"/>
              <a:t>Chưa đóng ngoặc hàm, qua slide sau gõ tiếp.</a:t>
            </a:r>
          </a:p>
          <a:p>
            <a:endParaRPr lang="vi-VN"/>
          </a:p>
          <a:p>
            <a:r>
              <a:rPr lang="vi-VN" sz="1600" b="1" dirty="0"/>
              <a:t>Hỏi: Sao Amount phải nhân 100?</a:t>
            </a:r>
          </a:p>
          <a:p>
            <a:r>
              <a:rPr lang="vi-VN" sz="1600" dirty="0"/>
              <a:t>Đáp: VNPAY quy định vậy để khỏi xử lý số lẻ. 25.000đ gửi đi là 2500000.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2 của createPayment, gõ tiếp ngay dưới dòng put bankCode.</a:t>
            </a:r>
          </a:p>
          <a:p>
            <a:endParaRPr lang="vi-VN"/>
          </a:p>
          <a:p>
            <a:r>
              <a:rPr lang="vi-VN" sz="1600" b="1" dirty="0"/>
              <a:t>Gõ theo thứ tự</a:t>
            </a:r>
          </a:p>
          <a:p>
            <a:r>
              <a:rPr lang="vi-VN" sz="1600" dirty="0"/>
              <a:t>1. query = buildQueryString(p).</a:t>
            </a:r>
          </a:p>
          <a:p>
            <a:r>
              <a:rPr lang="vi-VN" sz="1600" dirty="0"/>
              <a:t>2. url = PAY_URL + "?" + query + "&amp;vnp_SecureHash=" + hmacSHA512(HASH_SECRET, query). PAY_URL khai sẵn ở đầu file.</a:t>
            </a:r>
          </a:p>
          <a:p>
            <a:r>
              <a:rPr lang="vi-VN" sz="1600" dirty="0"/>
              <a:t>3. return chuỗi JSON có txnRef và paymentUrl. Dấu nháy kép trong chuỗi phải viết \".</a:t>
            </a:r>
          </a:p>
          <a:p>
            <a:r>
              <a:rPr lang="vi-VN" sz="1600" dirty="0"/>
              <a:t>4. Đóng ngoặc } của hàm.</a:t>
            </a:r>
          </a:p>
          <a:p>
            <a:r>
              <a:rPr lang="vi-VN" sz="1600" dirty="0"/>
              <a:t>Web nhận paymentUrl rồi tự chuyển trang sang VNPAY, phần đó index.html làm sẵn.</a:t>
            </a:r>
          </a:p>
          <a:p>
            <a:endParaRPr lang="vi-VN"/>
          </a:p>
          <a:p>
            <a:r>
              <a:rPr lang="vi-VN" sz="1600" b="1" dirty="0"/>
              <a:t>Hỏi: Sao không ký bằng JavaScript cho khỏi gọi server?</a:t>
            </a:r>
          </a:p>
          <a:p>
            <a:r>
              <a:rPr lang="vi-VN" sz="1600" dirty="0"/>
              <a:t>Đáp: Để HashSecret trong JavaScript thì ai mở View Source cũng thấy, rồi tự ký đơn giả được.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Đủ TODO 1 tới 5 rồi, giờ test lần đầu.</a:t>
            </a:r>
          </a:p>
          <a:p>
            <a:endParaRPr lang="vi-VN"/>
          </a:p>
          <a:p>
            <a:r>
              <a:rPr lang="vi-VN" sz="1600" b="1" dirty="0"/>
              <a:t>Làm</a:t>
            </a:r>
          </a:p>
          <a:p>
            <a:r>
              <a:rPr lang="vi-VN" sz="1600" dirty="0"/>
              <a:t>1. Ở terminal bấm Ctrl+C để dừng server.</a:t>
            </a:r>
          </a:p>
          <a:p>
            <a:r>
              <a:rPr lang="vi-VN" sz="1600" dirty="0"/>
              <a:t>2. Bấm mũi tên lên, Enter để chạy lại java ShopStart.java.</a:t>
            </a:r>
          </a:p>
          <a:p>
            <a:r>
              <a:rPr lang="vi-VN" sz="1600" dirty="0"/>
              <a:t>3. Log phải hiện TmnCode của mình, không còn dòng Chưa điền TMN_CODE.</a:t>
            </a:r>
          </a:p>
          <a:p>
            <a:r>
              <a:rPr lang="vi-VN" sz="1600" dirty="0"/>
              <a:t>4. F5 trang localhost:8080, bấm Thanh toán.</a:t>
            </a:r>
          </a:p>
          <a:p>
            <a:r>
              <a:rPr lang="vi-VN" sz="1600" dirty="0"/>
              <a:t>5. Sang trang VNPAY, đúng số tiền và mã đơn là đạt.</a:t>
            </a:r>
          </a:p>
          <a:p>
            <a:r>
              <a:rPr lang="vi-VN" sz="1600" dirty="0"/>
              <a:t>Ai bị lỗi thì xem bảng bên phải. Cho khoảng 3 phút.</a:t>
            </a:r>
          </a:p>
          <a:p>
            <a:endParaRPr lang="vi-VN"/>
          </a:p>
          <a:p>
            <a:r>
              <a:rPr lang="vi-VN" sz="1600" b="1" dirty="0"/>
              <a:t>Hỏi: Báo lỗi biên dịch unreachable statement?</a:t>
            </a:r>
          </a:p>
          <a:p>
            <a:r>
              <a:rPr lang="vi-VN" sz="1600" dirty="0"/>
              <a:t>Đáp: Quên xoá dòng return có sẵn trong hàm, Java thấy code phía sau không bao giờ chạy tới.</a:t>
            </a:r>
          </a:p>
          <a:p>
            <a:endParaRPr lang="vi-VN"/>
          </a:p>
          <a:p>
            <a:r>
              <a:rPr lang="vi-VN" sz="1600" b="1" dirty="0"/>
              <a:t>Hỏi: Báo sai chữ ký mà không biết sai chỗ nào?</a:t>
            </a:r>
          </a:p>
          <a:p>
            <a:r>
              <a:rPr lang="vi-VN" sz="1600" dirty="0"/>
              <a:t>Đáp: In chuỗi query ra trước khi băm rồi so với link thật. Thường là quên encode hoặc HashSecret dính dấu cách.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mọi người thanh toán bằng thẻ test bên trái. Xong quay về trang kết quả là thấy PAID.</a:t>
            </a:r>
          </a:p>
          <a:p>
            <a:endParaRPr lang="vi-VN"/>
          </a:p>
          <a:p>
            <a:r>
              <a:rPr lang="vi-VN" sz="1600" dirty="0"/>
              <a:t>Nhưng nhìn log thì dòng đó ghi querydr chứ không phải IPN. Trang kết quả hỏi server, server thấy đơn còn PENDING nên tự hỏi VNPAY. Hàm này mình viết sẵn rồi. IPN thì chưa về vì VNPAY không gọi vào localhost được.</a:t>
            </a:r>
          </a:p>
          <a:p>
            <a:endParaRPr lang="vi-VN"/>
          </a:p>
          <a:p>
            <a:r>
              <a:rPr lang="vi-VN" sz="1600" b="1" dirty="0"/>
              <a:t>Làm</a:t>
            </a:r>
          </a:p>
          <a:p>
            <a:r>
              <a:rPr lang="vi-VN" sz="1600" dirty="0"/>
              <a:t>Cho mọi người thanh toán, chỉ vào dòng log querydr.</a:t>
            </a:r>
          </a:p>
          <a:p>
            <a:endParaRPr lang="vi-VN"/>
          </a:p>
          <a:p>
            <a:r>
              <a:rPr lang="vi-VN" sz="1600" b="1" dirty="0"/>
              <a:t>Hỏi: PAID rồi thì cần IPN làm gì nữa?</a:t>
            </a:r>
          </a:p>
          <a:p>
            <a:r>
              <a:rPr lang="vi-VN" sz="1600" dirty="0"/>
              <a:t>Đáp: querydr chỉ chạy khi có người mở trang kết quả. Khách tắt tab luôn thì đơn kẹt PENDING. Slide sau nói tiếp.</a:t>
            </a:r>
          </a:p>
          <a:p>
            <a:endParaRPr lang="vi-VN"/>
          </a:p>
          <a:p>
            <a:r>
              <a:rPr lang="vi-VN" sz="1600" b="1" dirty="0"/>
              <a:t>Hỏi: VNPAY báo thẻ không hợp lệ?</a:t>
            </a:r>
          </a:p>
          <a:p>
            <a:r>
              <a:rPr lang="vi-VN" sz="1600" dirty="0"/>
              <a:t>Đáp: Nhớ chọn ngân hàng NCB, với 07/15 là ngày phát hành chứ không phải ngày hết hạn.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Như slide trước, querydr chỉ chạy khi có người mở trang kết quả. Khách tắt tab là đơn kẹt PENDING dù đã trả tiền.</a:t>
            </a:r>
          </a:p>
          <a:p>
            <a:endParaRPr lang="vi-VN"/>
          </a:p>
          <a:p>
            <a:r>
              <a:rPr lang="vi-VN" sz="1600" dirty="0"/>
              <a:t>IPN thì thanh toán xong VNPAY tự gọi về, lỗi thì gọi lại. Nhưng server mình chạy localhost, VNPAY không gọi vào được. ngrok tạo một link public, gọi vào link đó thì nó chuyển về máy mình.</a:t>
            </a:r>
          </a:p>
          <a:p>
            <a:endParaRPr lang="vi-VN"/>
          </a:p>
          <a:p>
            <a:r>
              <a:rPr lang="vi-VN" sz="1600" b="1" dirty="0"/>
              <a:t>Hỏi: Ngoài ngrok còn cách nào khác không?</a:t>
            </a:r>
          </a:p>
          <a:p>
            <a:r>
              <a:rPr lang="vi-VN" sz="1600" dirty="0"/>
              <a:t>Đáp: Deploy lên server có IP public, hoặc dùng Cloudflare Tunnel. Nhưng làm đồ án thì ngrok là nhanh nhất.</a:t>
            </a:r>
          </a:p>
          <a:p>
            <a:endParaRPr lang="vi-VN"/>
          </a:p>
          <a:p>
            <a:r>
              <a:rPr lang="vi-VN" sz="1600" b="1" dirty="0"/>
              <a:t>Hỏi: Chạy ngrok thì máy mình có bị lộ ra ngoài không?</a:t>
            </a:r>
          </a:p>
          <a:p>
            <a:r>
              <a:rPr lang="vi-VN" sz="1600" dirty="0"/>
              <a:t>Đáp: Chỉ lộ đúng port 8080 và chỉ trong lúc ngrok đang chạy thôi, tắt đi là hết.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mình cài ngrok, có 5 bước. Bước 1 là tạo tài khoản, mọi người đăng nhập bằng Google là nhanh nhất.</a:t>
            </a:r>
          </a:p>
          <a:p>
            <a:endParaRPr lang="vi-VN"/>
          </a:p>
          <a:p>
            <a:r>
              <a:rPr lang="vi-VN" sz="1600" dirty="0"/>
              <a:t>Mỗi người tự tạo tài khoản riêng nha, đừng dùng chung.</a:t>
            </a:r>
          </a:p>
          <a:p>
            <a:endParaRPr lang="vi-VN"/>
          </a:p>
          <a:p>
            <a:r>
              <a:rPr lang="vi-VN" sz="1600" b="1" dirty="0"/>
              <a:t>Hỏi: Dùng chung một tài khoản được không?</a:t>
            </a:r>
          </a:p>
          <a:p>
            <a:r>
              <a:rPr lang="vi-VN" sz="1600" dirty="0"/>
              <a:t>Đáp: Không được, bản free chỉ cho chạy một tunnel cùng lúc. Người sau bật lên là người trước bị ngắt.</a:t>
            </a:r>
          </a:p>
          <a:p>
            <a:endParaRPr lang="vi-VN"/>
          </a:p>
          <a:p>
            <a:r>
              <a:rPr lang="vi-VN" sz="1600" b="1" dirty="0"/>
              <a:t>Hỏi: ngrok có mất phí không?</a:t>
            </a:r>
          </a:p>
          <a:p>
            <a:r>
              <a:rPr lang="vi-VN" sz="1600" dirty="0"/>
              <a:t>Đáp: Bản free là đủ dùng rồi, chỉ có điều mỗi lần chạy lại thì link bị đổi.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2 là cài ngrok. Máy Mac thì một lệnh brew, Linux thì dùng snap. Còn Windows thì tải file zip về, giải nén ra ngrok.exe rồi bỏ chung thư mục với ShopStart.java.</a:t>
            </a:r>
          </a:p>
          <a:p>
            <a:endParaRPr lang="vi-VN"/>
          </a:p>
          <a:p>
            <a:r>
              <a:rPr lang="vi-VN" sz="1600" dirty="0"/>
              <a:t>Bạn nào dùng Windows thì lúc gõ lệnh nhớ gõ .\ngrok.exe thay cho ngrok nha.</a:t>
            </a:r>
          </a:p>
          <a:p>
            <a:endParaRPr lang="vi-VN"/>
          </a:p>
          <a:p>
            <a:r>
              <a:rPr lang="vi-VN" sz="1600" b="1" dirty="0"/>
              <a:t>Làm</a:t>
            </a:r>
          </a:p>
          <a:p>
            <a:r>
              <a:rPr lang="vi-VN" sz="1600" dirty="0"/>
              <a:t>Ai cài xong thì gõ ngrok version kiểm tra.</a:t>
            </a:r>
          </a:p>
          <a:p>
            <a:endParaRPr lang="vi-VN"/>
          </a:p>
          <a:p>
            <a:r>
              <a:rPr lang="vi-VN" sz="1600" b="1" dirty="0"/>
              <a:t>Hỏi: Gõ ngrok mà báo command not found?</a:t>
            </a:r>
          </a:p>
          <a:p>
            <a:r>
              <a:rPr lang="vi-VN" sz="1600" dirty="0"/>
              <a:t>Đáp: Do file chưa nằm trong PATH. Thêm vào PATH, hoặc cd vào đúng thư mục chứa nó rồi gõ .\ngrok.exe.</a:t>
            </a:r>
          </a:p>
          <a:p>
            <a:endParaRPr lang="vi-VN"/>
          </a:p>
          <a:p>
            <a:r>
              <a:rPr lang="vi-VN" sz="1600" b="1" dirty="0"/>
              <a:t>Hỏi: Windows cài bằng lệnh được không?</a:t>
            </a:r>
          </a:p>
          <a:p>
            <a:r>
              <a:rPr lang="vi-VN" sz="1600" dirty="0"/>
              <a:t>Đáp: Được, dùng winget install ngrok.ngrok. Nhưng tải zip thì ít lỗi hơn.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3 là thêm authtoken, bước này mọi người hay quên nhất. Không có authtoken là ngrok không chạy.</a:t>
            </a:r>
          </a:p>
          <a:p>
            <a:endParaRPr lang="vi-VN"/>
          </a:p>
          <a:p>
            <a:r>
              <a:rPr lang="vi-VN" sz="1600" dirty="0"/>
              <a:t>Vào trang your-authtoken, ở mục Command line có sẵn nguyên dòng lệnh kèm token luôn. Copy, dán vào terminal, Enter. Gõ ngrok config check ra Valid là được.</a:t>
            </a:r>
          </a:p>
          <a:p>
            <a:endParaRPr lang="vi-VN"/>
          </a:p>
          <a:p>
            <a:r>
              <a:rPr lang="vi-VN" sz="1600" b="1" dirty="0"/>
              <a:t>Làm</a:t>
            </a:r>
          </a:p>
          <a:p>
            <a:r>
              <a:rPr lang="vi-VN" sz="1600" dirty="0"/>
              <a:t>Đi xuống kiểm tra từng bạn bằng lệnh ngrok config check.</a:t>
            </a:r>
          </a:p>
          <a:p>
            <a:endParaRPr lang="vi-VN"/>
          </a:p>
          <a:p>
            <a:r>
              <a:rPr lang="vi-VN" sz="1600" b="1" dirty="0"/>
              <a:t>Hỏi: Mỗi lần chạy ngrok có phải thêm token lại không?</a:t>
            </a:r>
          </a:p>
          <a:p>
            <a:r>
              <a:rPr lang="vi-VN" sz="1600" dirty="0"/>
              <a:t>Đáp: Không, token lưu trong file ngrok.yml rồi, thêm một lần là xong.</a:t>
            </a:r>
          </a:p>
          <a:p>
            <a:endParaRPr lang="vi-VN"/>
          </a:p>
          <a:p>
            <a:r>
              <a:rPr lang="vi-VN" sz="1600" b="1" dirty="0"/>
              <a:t>Hỏi: Báo no such file là sao?</a:t>
            </a:r>
          </a:p>
          <a:p>
            <a:r>
              <a:rPr lang="vi-VN" sz="1600" dirty="0"/>
              <a:t>Đáp: Là chưa có file cấu hình, tức là lệnh add-authtoken chưa chạy được. Copy lại dòng lệnh trên dashboard rồi chạy lại.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4 là chạy ngrok http 8080. Ở dòng Forwarding sẽ có một link https, đó là link public của máy mình.</a:t>
            </a:r>
          </a:p>
          <a:p>
            <a:endParaRPr lang="vi-VN"/>
          </a:p>
          <a:p>
            <a:r>
              <a:rPr lang="vi-VN" sz="1600" dirty="0"/>
              <a:t>Cửa sổ này mọi người để yên nha, đừng tắt. Mở thêm một terminal nữa để chạy Java.</a:t>
            </a:r>
          </a:p>
          <a:p>
            <a:endParaRPr lang="vi-VN"/>
          </a:p>
          <a:p>
            <a:r>
              <a:rPr lang="vi-VN" sz="1600" b="1" dirty="0"/>
              <a:t>Làm</a:t>
            </a:r>
          </a:p>
          <a:p>
            <a:r>
              <a:rPr lang="vi-VN" sz="1600" dirty="0"/>
              <a:t>Chỉ mọi người bấm dấu cộng trong VSCode để mở terminal thứ hai.</a:t>
            </a:r>
          </a:p>
          <a:p>
            <a:endParaRPr lang="vi-VN"/>
          </a:p>
          <a:p>
            <a:r>
              <a:rPr lang="vi-VN" sz="1600" b="1" dirty="0"/>
              <a:t>Hỏi: Lỡ tắt cửa sổ ngrok thì sao?</a:t>
            </a:r>
          </a:p>
          <a:p>
            <a:r>
              <a:rPr lang="vi-VN" sz="1600" dirty="0"/>
              <a:t>Đáp: Link chết luôn. Chạy lại thì ra link khác, phải vào VNPAY khai lại.</a:t>
            </a:r>
          </a:p>
          <a:p>
            <a:endParaRPr lang="vi-VN"/>
          </a:p>
          <a:p>
            <a:r>
              <a:rPr lang="vi-VN" sz="1600" b="1" dirty="0"/>
              <a:t>Hỏi: Trang cảnh báo của ngrok có chặn IPN không?</a:t>
            </a:r>
          </a:p>
          <a:p>
            <a:r>
              <a:rPr lang="vi-VN" sz="1600" dirty="0"/>
              <a:t>Đáp: Không, trang đó chỉ hiện với trình duyệt thôi. VNPAY gọi IPN từ server nên không bị.</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cuối, vào trang quản lý của VNPAY khai 2 link: URL trả về đuôi vnpay/return, URL IPN đuôi vnpay/ipn. Mỗi người dùng link ngrok của mình nha.</a:t>
            </a:r>
          </a:p>
          <a:p>
            <a:endParaRPr lang="vi-VN"/>
          </a:p>
          <a:p>
            <a:r>
              <a:rPr lang="vi-VN" sz="1600" dirty="0"/>
              <a:t>Rồi qua terminal Java, Ctrl C, set biến VNPAY_RETURN_URL rồi chạy lại. Mac dùng export, Windows dùng $env.</a:t>
            </a:r>
          </a:p>
          <a:p>
            <a:endParaRPr lang="vi-VN"/>
          </a:p>
          <a:p>
            <a:r>
              <a:rPr lang="vi-VN" sz="1600" b="1" dirty="0"/>
              <a:t>Làm</a:t>
            </a:r>
          </a:p>
          <a:p>
            <a:r>
              <a:rPr lang="vi-VN" sz="1600" dirty="0"/>
              <a:t>Đi chậm bước này. Kiểm tra log lúc chạy lên có dòng ReturnUrl là link https.</a:t>
            </a:r>
          </a:p>
          <a:p>
            <a:endParaRPr lang="vi-VN"/>
          </a:p>
          <a:p>
            <a:r>
              <a:rPr lang="vi-VN" sz="1600" b="1" dirty="0"/>
              <a:t>Hỏi: Set biến xong mà không chạy lại Java được không?</a:t>
            </a:r>
          </a:p>
          <a:p>
            <a:r>
              <a:rPr lang="vi-VN" sz="1600" dirty="0"/>
              <a:t>Đáp: Không được, RETURN_URL chỉ đọc lúc chương trình khởi động thôi.</a:t>
            </a:r>
          </a:p>
          <a:p>
            <a:endParaRPr lang="vi-VN"/>
          </a:p>
          <a:p>
            <a:r>
              <a:rPr lang="vi-VN" sz="1600" b="1" dirty="0"/>
              <a:t>Hỏi: Trang VNPAY báo lỗi, không lưu được URL IPN?</a:t>
            </a:r>
          </a:p>
          <a:p>
            <a:r>
              <a:rPr lang="vi-VN" sz="1600" dirty="0"/>
              <a:t>Đáp: Trang sandbox thỉnh thoảng bị vậy. Vẫn làm tiếp được, đơn vẫn PAID nhờ querydr như lúc nãy.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cuối, xử lý IPN. Có 5 trường hợp, mỗi trường hợp trả một mã.</a:t>
            </a:r>
          </a:p>
          <a:p>
            <a:endParaRPr lang="vi-VN"/>
          </a:p>
          <a:p>
            <a:r>
              <a:rPr lang="vi-VN" sz="1600" b="1" dirty="0"/>
              <a:t>Gõ theo thứ tự</a:t>
            </a:r>
          </a:p>
          <a:p>
            <a:r>
              <a:rPr lang="vi-VN" sz="1600" dirty="0"/>
              <a:t>1. Xoá dòng return rsp("99", ...) có sẵn.</a:t>
            </a:r>
          </a:p>
          <a:p>
            <a:r>
              <a:rPr lang="vi-VN" sz="1600" dirty="0"/>
              <a:t>2. isValidSignature sai thì return rsp("97", ...). Hàm rsp có sẵn ở dưới.</a:t>
            </a:r>
          </a:p>
          <a:p>
            <a:r>
              <a:rPr lang="vi-VN" sz="1600" dirty="0"/>
              <a:t>3. Lấy order trong ORDERS theo vnp_TxnRef, không có thì return 01.</a:t>
            </a:r>
          </a:p>
          <a:p>
            <a:r>
              <a:rPr lang="vi-VN" sz="1600" dirty="0"/>
              <a:t>4. vnp_Amount khác order.amount * 100 thì return 04.</a:t>
            </a:r>
          </a:p>
          <a:p>
            <a:r>
              <a:rPr lang="vi-VN" sz="1600" dirty="0"/>
              <a:t>5. Mở synchronized (order), để hai IPN tới cùng lúc không ghi đè nhau.</a:t>
            </a:r>
          </a:p>
          <a:p>
            <a:r>
              <a:rPr lang="vi-VN" sz="1600" dirty="0"/>
              <a:t>6. Đơn không còn PENDING thì return 02.</a:t>
            </a:r>
          </a:p>
          <a:p>
            <a:r>
              <a:rPr lang="vi-VN" sz="1600" dirty="0"/>
              <a:t>7. paid khi ResponseCode và TransactionStatus đều là 00. Gán status, transactionNo, bankCode, gọi log.</a:t>
            </a:r>
          </a:p>
          <a:p>
            <a:r>
              <a:rPr lang="vi-VN" sz="1600" dirty="0"/>
              <a:t>8. Ra khỏi synchronized thì return 00.</a:t>
            </a:r>
          </a:p>
          <a:p>
            <a:r>
              <a:rPr lang="vi-VN" sz="1600" dirty="0"/>
              <a:t>Gõ xong Ctrl+C rồi chạy lại Java, vẫn giữ biến VNPAY_RETURN_URL.</a:t>
            </a:r>
          </a:p>
          <a:p>
            <a:endParaRPr lang="vi-VN"/>
          </a:p>
          <a:p>
            <a:r>
              <a:rPr lang="vi-VN" sz="1600" b="1" dirty="0"/>
              <a:t>Hỏi: Bỏ trường hợp 02 thì sao?</a:t>
            </a:r>
          </a:p>
          <a:p>
            <a:r>
              <a:rPr lang="vi-VN" sz="1600" dirty="0"/>
              <a:t>Đáp: VNPAY gọi lại mấy lần là đơn bị xử lý mấy lần, hệ thống thật có khi cộng tiền nhiều lần.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Test lần cuối, lần này phải thấy IPN.</a:t>
            </a:r>
          </a:p>
          <a:p>
            <a:endParaRPr lang="vi-VN"/>
          </a:p>
          <a:p>
            <a:r>
              <a:rPr lang="vi-VN" sz="1600" b="1" dirty="0"/>
              <a:t>Làm</a:t>
            </a:r>
          </a:p>
          <a:p>
            <a:r>
              <a:rPr lang="vi-VN" sz="1600" dirty="0"/>
              <a:t>1. Ngrok vẫn đang chạy ở một terminal, Java chạy ở terminal còn lại.</a:t>
            </a:r>
          </a:p>
          <a:p>
            <a:r>
              <a:rPr lang="vi-VN" sz="1600" dirty="0"/>
              <a:t>2. Vào localhost:8080, bấm Thanh toán, nhập thẻ test như lần trước.</a:t>
            </a:r>
          </a:p>
          <a:p>
            <a:r>
              <a:rPr lang="vi-VN" sz="1600" dirty="0"/>
              <a:t>3. Nhìn terminal Java, phải có dòng IPN ... -&gt; PAID.</a:t>
            </a:r>
          </a:p>
          <a:p>
            <a:r>
              <a:rPr lang="vi-VN" sz="1600" dirty="0"/>
              <a:t>4. Mở 127.0.0.1:4040 để xem request IPN mà VNPAY gọi vào.</a:t>
            </a:r>
          </a:p>
          <a:p>
            <a:r>
              <a:rPr lang="vi-VN" sz="1600" dirty="0"/>
              <a:t>Không thấy dòng IPN thì kiểm tra lại URL IPN đã khai trên VNPAY và link ngrok có bị đổi không.</a:t>
            </a:r>
          </a:p>
          <a:p>
            <a:endParaRPr lang="vi-VN"/>
          </a:p>
          <a:p>
            <a:r>
              <a:rPr lang="vi-VN" sz="1600" b="1" dirty="0"/>
              <a:t>Hỏi: Log hiện querydr trước rồi mới tới IPN thì có sao không?</a:t>
            </a:r>
          </a:p>
          <a:p>
            <a:r>
              <a:rPr lang="vi-VN" sz="1600" dirty="0"/>
              <a:t>Đáp: Không sao. IPN tới sau thấy đơn đã PAID nên trả 02, đơn không bị cập nhật lại.</a:t>
            </a:r>
          </a:p>
          <a:p>
            <a:endParaRPr lang="vi-VN"/>
          </a:p>
          <a:p>
            <a:r>
              <a:rPr lang="vi-VN" sz="1600" b="1" dirty="0"/>
              <a:t>Hỏi: Làm tới đây rồi thì đồ án làm gì tiếp?</a:t>
            </a:r>
          </a:p>
          <a:p>
            <a:r>
              <a:rPr lang="vi-VN" sz="1600" dirty="0"/>
              <a:t>Đáp: Chỗ cập nhật PAID thì thêm logic của mình vào, như trừ kho, gửi mail xác nhận.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reconcile này là cái giúp đơn PAID ở lần test 1. Hôm nay mình không code nó, mọi người biết là có nó là được.</a:t>
            </a:r>
          </a:p>
          <a:p>
            <a:endParaRPr lang="vi-VN"/>
          </a:p>
          <a:p>
            <a:r>
              <a:rPr lang="vi-VN" sz="1600" dirty="0"/>
              <a:t>Có một chỗ khác so với lúc tạo link: chữ ký của querydr nối bằng dấu gạch đứng theo thứ tự cố định, không sắp xếp alphabet. Nên ở đây không dùng lại buildQueryString được.</a:t>
            </a:r>
          </a:p>
          <a:p>
            <a:endParaRPr lang="vi-VN"/>
          </a:p>
          <a:p>
            <a:r>
              <a:rPr lang="vi-VN" sz="1600" b="1" dirty="0"/>
              <a:t>Hỏi: Dùng querydr thay hẳn IPN được không?</a:t>
            </a:r>
          </a:p>
          <a:p>
            <a:r>
              <a:rPr lang="vi-VN" sz="1600" dirty="0"/>
              <a:t>Đáp: Làm demo thì được. Nhưng thực tế vẫn nên dùng IPN là chính vì nó về ngay, querydr để kiểm tra lại khi IPN bị mất.</a:t>
            </a:r>
          </a:p>
          <a:p>
            <a:endParaRPr lang="vi-VN"/>
          </a:p>
          <a:p>
            <a:r>
              <a:rPr lang="vi-VN" sz="1600" b="1" dirty="0"/>
              <a:t>Hỏi: Trong đồ án nên gọi querydr lúc nào?</a:t>
            </a:r>
          </a:p>
          <a:p>
            <a:r>
              <a:rPr lang="vi-VN" sz="1600" dirty="0"/>
              <a:t>Đáp: Có thể viết một job chạy định kỳ, quét mấy đơn PENDING quá 15 phút rồi hỏi lại VNPAY.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mình để đây cho mọi người tự dò lỗi, mình không đọc hết.</a:t>
            </a:r>
          </a:p>
          <a:p>
            <a:endParaRPr lang="vi-VN"/>
          </a:p>
          <a:p>
            <a:r>
              <a:rPr lang="vi-VN" sz="1600" b="1" dirty="0"/>
              <a:t>Hỏi: Làm sao biết IPN có về không?</a:t>
            </a:r>
          </a:p>
          <a:p>
            <a:r>
              <a:rPr lang="vi-VN" sz="1600" dirty="0"/>
              <a:t>Đáp: Nhìn log trong terminal chạy Java, hoặc mở 127.0.0.1:4040 xem có request nào gọi vào không.</a:t>
            </a:r>
          </a:p>
          <a:p>
            <a:endParaRPr lang="vi-VN"/>
          </a:p>
          <a:p>
            <a:r>
              <a:rPr lang="vi-VN" sz="1600" b="1" dirty="0"/>
              <a:t>Hỏi: Sửa index.html có cần chạy lại Java không?</a:t>
            </a:r>
          </a:p>
          <a:p>
            <a:r>
              <a:rPr lang="vi-VN" sz="1600" dirty="0"/>
              <a:t>Đáp: Không cần, server đọc file mỗi lần load trang, F5 lại là thấy.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mấy điều cần nhớ khi đưa vào đồ án, quan trọng nhất là cái đầu: chỉ cập nhật trạng thái đơn từ IPN hoặc querydr.</a:t>
            </a:r>
          </a:p>
          <a:p>
            <a:endParaRPr lang="vi-VN"/>
          </a:p>
          <a:p>
            <a:r>
              <a:rPr lang="vi-VN" sz="1600" dirty="0"/>
              <a:t>Chuyển qua Spring Boot thì hai hàm ký dùng lại y chang, ORDERS đổi thành repository, HttpServer thành RestController.</a:t>
            </a:r>
          </a:p>
          <a:p>
            <a:endParaRPr lang="vi-VN"/>
          </a:p>
          <a:p>
            <a:r>
              <a:rPr lang="vi-VN" sz="1600" b="1" dirty="0"/>
              <a:t>Làm</a:t>
            </a:r>
          </a:p>
          <a:p>
            <a:r>
              <a:rPr lang="vi-VN" sz="1600" dirty="0"/>
              <a:t>Nhắc mọi người file đáp án ShopDone.java mình sẽ để trên Drive sau buổi.</a:t>
            </a:r>
          </a:p>
          <a:p>
            <a:endParaRPr lang="vi-VN"/>
          </a:p>
          <a:p>
            <a:r>
              <a:rPr lang="vi-VN" sz="1600" b="1" dirty="0"/>
              <a:t>Hỏi: Sao Etc/GMT+7 lại bị lệch?</a:t>
            </a:r>
          </a:p>
          <a:p>
            <a:r>
              <a:rPr lang="vi-VN" sz="1600" dirty="0"/>
              <a:t>Đáp: Theo chuẩn POSIX dấu trong Etc/GMT bị ngược, Etc/GMT+7 là UTC-7. Code mẫu của VNPAY dính lỗi này.</a:t>
            </a:r>
          </a:p>
          <a:p>
            <a:endParaRPr lang="vi-VN"/>
          </a:p>
          <a:p>
            <a:r>
              <a:rPr lang="vi-VN" sz="1600" b="1" dirty="0"/>
              <a:t>Hỏi: Muốn tích hợp thêm MoMo hay ZaloPay thì sao?</a:t>
            </a:r>
          </a:p>
          <a:p>
            <a:r>
              <a:rPr lang="vi-VN" sz="1600" dirty="0"/>
              <a:t>Đáp: Mỗi bên ký một kiểu khác nhau. Mình nên tạo một interface PaymentGateway rồi mỗi cổng viết một class riêng.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của mình tới đây là hết. Mọi người có câu hỏi gì thì hỏi nha, bạn nào còn bị lỗi thì mở ShopDone.java trên Drive ra so.</a:t>
            </a:r>
          </a:p>
          <a:p>
            <a:endParaRPr lang="vi-VN"/>
          </a:p>
          <a:p>
            <a:r>
              <a:rPr lang="vi-VN" sz="1600" dirty="0"/>
              <a:t>Một vài câu có thể bị hỏi:</a:t>
            </a:r>
          </a:p>
          <a:p>
            <a:endParaRPr lang="vi-VN"/>
          </a:p>
          <a:p>
            <a:r>
              <a:rPr lang="vi-VN" sz="1600" b="1" dirty="0"/>
              <a:t>Hỏi: Muốn chạy thật (production) thì cần đổi gì?</a:t>
            </a:r>
          </a:p>
          <a:p>
            <a:r>
              <a:rPr lang="vi-VN" sz="1600" dirty="0"/>
              <a:t>Đáp: Đổi PAY_URL với API_URL sang link thật, dùng TmnCode và HashSecret VNPAY cấp sau khi ký hợp đồng. Code thì giữ nguyên.</a:t>
            </a:r>
          </a:p>
          <a:p>
            <a:endParaRPr lang="vi-VN"/>
          </a:p>
          <a:p>
            <a:r>
              <a:rPr lang="vi-VN" sz="1600" b="1" dirty="0"/>
              <a:t>Hỏi: Hoàn tiền thì làm sao?</a:t>
            </a:r>
          </a:p>
          <a:p>
            <a:r>
              <a:rPr lang="vi-VN" sz="1600" dirty="0"/>
              <a:t>Đáp: Dùng API refund của VNPAY, cách ký giống querydr, cũng nối bằng dấu gạch đứng.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minhdang_work/vnpay-seminar/slides-html/render/01-mo-da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minhdang_work/vnpay-seminar/slides-html/render/02-ket-qua.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minhdang_work/vnpay-seminar/slides-html/render/03-luo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minhdang_work/vnpay-seminar/slides-html/render/04-chay-th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minhdang_work/vnpay-seminar/slides-html/render/05-todo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minhdang_work/vnpay-seminar/slides-html/render/06-chu-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minhdang_work/vnpay-seminar/slides-html/render/07-todo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minhdang_work/vnpay-seminar/slides-html/render/08-todo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minhdang_work/vnpay-seminar/slides-html/render/09-todo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minhdang_work/vnpay-seminar/slides-html/render/10-todo5-tham-s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minhdang_work/vnpay-seminar/slides-html/render/11-todo5-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minhdang_work/vnpay-seminar/slides-html/render/12-kiem-tra-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minhdang_work/vnpay-seminar/slides-html/render/13-the-tes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minhdang_work/vnpay-seminar/slides-html/render/14-ngrok-vi-sa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sers/minhdang_work/vnpay-seminar/slides-html/render/15-ngrok-b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Users/minhdang_work/vnpay-seminar/slides-html/render/16-ngrok-b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minhdang_work/vnpay-seminar/slides-html/render/17-ngrok-b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minhdang_work/vnpay-seminar/slides-html/render/18-ngrok-b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Users/minhdang_work/vnpay-seminar/slides-html/render/19-ngrok-b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Users/minhdang_work/vnpay-seminar/slides-html/render/20-todo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sers/minhdang_work/vnpay-seminar/slides-html/render/21-kiem-tra-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Users/minhdang_work/vnpay-seminar/slides-html/render/22-querydr.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Users/minhdang_work/vnpay-seminar/slides-html/render/23-loi.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Users/minhdang_work/vnpay-seminar/slides-html/render/24-tong-ke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Users/minhdang_work/vnpay-seminar/slides-html/render/25-hoi-dap.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VNPAY Sandbox, Spring Boot</dc:title>
  <dc:subject>PptxGenJS Presentation</dc:subject>
  <dc:creator>DangLe</dc:creator>
  <cp:lastModifiedBy>DangLe</cp:lastModifiedBy>
  <cp:revision>1</cp:revision>
  <dcterms:created xsi:type="dcterms:W3CDTF">2026-10-05T13:58:27Z</dcterms:created>
  <dcterms:modified xsi:type="dcterms:W3CDTF">2026-10-05T13:58:27Z</dcterms:modified>
</cp:coreProperties>
</file>