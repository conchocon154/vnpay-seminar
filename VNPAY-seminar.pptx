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Chào mọi người, hôm nay mình trình bày về tích hợp VNPAY Sandbox. Buổi này ít lý thuyết, chủ yếu cả lớp code cùng mình. Code chỉ có một file Java, không cần Spring hay Maven.</a:t>
            </a:r>
          </a:p>
          <a:p>
            <a:endParaRPr lang="vi-VN"/>
          </a:p>
          <a:p>
            <a:r>
              <a:rPr lang="vi-VN" sz="1600" b="1" dirty="0"/>
              <a:t>Làm</a:t>
            </a:r>
          </a:p>
          <a:p>
            <a:r>
              <a:rPr lang="vi-VN" sz="1600" dirty="0"/>
              <a:t>Hỏi xem mọi người tải hai file trên Drive về chưa. Bạn nào chưa có thì tải trong lúc mình nói phần đầu.</a:t>
            </a:r>
          </a:p>
          <a:p>
            <a:endParaRPr lang="vi-VN"/>
          </a:p>
          <a:p>
            <a:r>
              <a:rPr lang="vi-VN" sz="1600" b="1" dirty="0"/>
              <a:t>Hỏi: Sao không tự làm form nhập thẻ luôn cho nhanh?</a:t>
            </a:r>
          </a:p>
          <a:p>
            <a:r>
              <a:rPr lang="vi-VN" sz="1600" dirty="0"/>
              <a:t>Đáp: Tự lưu số thẻ là vi phạm chuẩn PCI-DSS, với lại ngân hàng cũng không cấp API cho sinh viên làm đồ án. Nên mới cần cổng trung gian như VNPAY, khách nhập thẻ trên trang của VNPAY.</a:t>
            </a:r>
          </a:p>
          <a:p>
            <a:endParaRPr lang="vi-VN"/>
          </a:p>
          <a:p>
            <a:r>
              <a:rPr lang="vi-VN" sz="1600" b="1" dirty="0"/>
              <a:t>Hỏi: Sandbox có bị trừ tiền thật không?</a:t>
            </a:r>
          </a:p>
          <a:p>
            <a:r>
              <a:rPr lang="vi-VN" sz="1600" dirty="0"/>
              <a:t>Đáp: Không nha, thẻ test là thẻ giả, không có tiền thật.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Đây là kết quả mà cuối buổi mọi người sẽ làm được. Bên trái là trang cửa hàng, bấm Thanh toán thì web chuyển qua trang của VNPAY. Mình nhập thẻ test, xong nó quay về trang bên phải, trạng thái đơn là PAID và có luôn mã giao dịch bên VNPAY.</a:t>
            </a:r>
          </a:p>
          <a:p>
            <a:endParaRPr lang="vi-VN"/>
          </a:p>
          <a:p>
            <a:r>
              <a:rPr lang="vi-VN" sz="1600" dirty="0"/>
              <a:t>Phần giao diện mình làm sẵn rồi, hôm nay mình chỉ code phía server thôi.</a:t>
            </a:r>
          </a:p>
          <a:p>
            <a:endParaRPr lang="vi-VN"/>
          </a:p>
          <a:p>
            <a:r>
              <a:rPr lang="vi-VN" sz="1600" b="1" dirty="0"/>
              <a:t>Hỏi: Mã đơn với mã GD tại VNPAY khác nhau sao?</a:t>
            </a:r>
          </a:p>
          <a:p>
            <a:r>
              <a:rPr lang="vi-VN" sz="1600" dirty="0"/>
              <a:t>Đáp: Mã đơn (vnp_TxnRef) là bên mình tự tạo. Còn mã GD (vnp_TransactionNo) là VNPAY cấp sau khi thanh toán xong, cần tra soát thì đưa mã này cho VNPAY.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Trước khi code mọi người nhìn qua luồng một chút. Số 1 là web gọi server lấy link thanh toán. Số 2 là IPN, VNPAY gọi thẳng về server báo kết quả. Số 3 là trình duyệt của khách quay về web. Số 4 là server tự hỏi lại VNPAY.</a:t>
            </a:r>
          </a:p>
          <a:p>
            <a:endParaRPr lang="vi-VN"/>
          </a:p>
          <a:p>
            <a:r>
              <a:rPr lang="vi-VN" sz="1600" dirty="0"/>
              <a:t>Chỉ số 2 với số 4 được cập nhật trạng thái đơn. Số 3 đi qua trình duyệt nên chỉ dùng để hiển thị.</a:t>
            </a:r>
          </a:p>
          <a:p>
            <a:endParaRPr lang="vi-VN"/>
          </a:p>
          <a:p>
            <a:r>
              <a:rPr lang="vi-VN" sz="1600" b="1" dirty="0"/>
              <a:t>Hỏi: Sao ReturnURL không được cập nhật trạng thái đơn?</a:t>
            </a:r>
          </a:p>
          <a:p>
            <a:r>
              <a:rPr lang="vi-VN" sz="1600" dirty="0"/>
              <a:t>Đáp: Nó nằm trên trình duyệt, khách sửa vnp_ResponseCode=00 trên URL là xong. Khách tắt tab thì nó cũng không về.</a:t>
            </a:r>
          </a:p>
          <a:p>
            <a:endParaRPr lang="vi-VN"/>
          </a:p>
          <a:p>
            <a:r>
              <a:rPr lang="vi-VN" sz="1600" b="1" dirty="0"/>
              <a:t>Hỏi: IPN với querydr khác nhau chỗ nào?</a:t>
            </a:r>
          </a:p>
          <a:p>
            <a:r>
              <a:rPr lang="vi-VN" sz="1600" dirty="0"/>
              <a:t>Đáp: IPN là VNPAY chủ động gọi mình, còn querydr là mình chủ động hỏi VNPAY. Hai cái đều là server gọi server và đều có chữ ký.</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Ok giờ mọi người chạy thử code ban đầu trước nha. Để hai file chung một thư mục, mở terminal ngay thư mục đó rồi gõ java ShopStart.java.</a:t>
            </a:r>
          </a:p>
          <a:p>
            <a:endParaRPr lang="vi-VN"/>
          </a:p>
          <a:p>
            <a:r>
              <a:rPr lang="vi-VN" sz="1600" dirty="0"/>
              <a:t>Vào localhost:8080 thấy trang cửa hàng là được rồi. Bấm Thanh toán nó sẽ báo Chưa làm TODO 5, đúng rồi đó, vì mình chưa code phần đó.</a:t>
            </a:r>
          </a:p>
          <a:p>
            <a:endParaRPr lang="vi-VN"/>
          </a:p>
          <a:p>
            <a:r>
              <a:rPr lang="vi-VN" sz="1600" b="1" dirty="0"/>
              <a:t>Làm</a:t>
            </a:r>
          </a:p>
          <a:p>
            <a:r>
              <a:rPr lang="vi-VN" sz="1600" dirty="0"/>
              <a:t>Chờ đa số mọi người chạy được rồi mới qua slide tiếp.</a:t>
            </a:r>
          </a:p>
          <a:p>
            <a:endParaRPr lang="vi-VN"/>
          </a:p>
          <a:p>
            <a:r>
              <a:rPr lang="vi-VN" sz="1600" b="1" dirty="0"/>
              <a:t>Hỏi: Sao chạy được luôn mà không cần javac?</a:t>
            </a:r>
          </a:p>
          <a:p>
            <a:r>
              <a:rPr lang="vi-VN" sz="1600" dirty="0"/>
              <a:t>Đáp: Từ JDK 11 trở đi, lệnh java chạy được thẳng file .java, nó tự biên dịch trong bộ nhớ.</a:t>
            </a:r>
          </a:p>
          <a:p>
            <a:endParaRPr lang="vi-VN"/>
          </a:p>
          <a:p>
            <a:r>
              <a:rPr lang="vi-VN" sz="1600" b="1" dirty="0"/>
              <a:t>Hỏi: Bị lỗi Address already in use?</a:t>
            </a:r>
          </a:p>
          <a:p>
            <a:r>
              <a:rPr lang="vi-VN" sz="1600" dirty="0"/>
              <a:t>Đáp: Port 8080 đang bị app khác chiếm, thường là terminal cũ còn chạy. Tắt terminal cũ đi là được.</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TODO 1 thì dễ thôi, mọi người mở email VNPAY gửi về, copy TmnCode với HashSecret dán vào hai dòng này.</a:t>
            </a:r>
          </a:p>
          <a:p>
            <a:endParaRPr lang="vi-VN"/>
          </a:p>
          <a:p>
            <a:r>
              <a:rPr lang="vi-VN" sz="1600" dirty="0"/>
              <a:t>Có một lỗi mình bị lúc làm: copy HashSecret bị dính dấu cách ở cuối, chạy lên báo sai chữ ký mà nhìn mãi không ra. Nên mọi người copy cẩn thận chút.</a:t>
            </a:r>
          </a:p>
          <a:p>
            <a:endParaRPr lang="vi-VN"/>
          </a:p>
          <a:p>
            <a:r>
              <a:rPr lang="vi-VN" sz="1600" b="1" dirty="0"/>
              <a:t>Làm</a:t>
            </a:r>
          </a:p>
          <a:p>
            <a:r>
              <a:rPr lang="vi-VN" sz="1600" dirty="0"/>
              <a:t>Chờ mọi người dán xong. Bạn nào không thấy email thì xem trong mục spam.</a:t>
            </a:r>
          </a:p>
          <a:p>
            <a:endParaRPr lang="vi-VN"/>
          </a:p>
          <a:p>
            <a:r>
              <a:rPr lang="vi-VN" sz="1600" b="1" dirty="0"/>
              <a:t>Hỏi: TmnCode có cần giấu không?</a:t>
            </a:r>
          </a:p>
          <a:p>
            <a:r>
              <a:rPr lang="vi-VN" sz="1600" dirty="0"/>
              <a:t>Đáp: Không cần, nó nằm luôn trên URL thanh toán. Cái cần giấu là HashSecret, lộ ra thì người khác ký được đơn giả.</a:t>
            </a:r>
          </a:p>
          <a:p>
            <a:endParaRPr lang="vi-VN"/>
          </a:p>
          <a:p>
            <a:r>
              <a:rPr lang="vi-VN" sz="1600" b="1" dirty="0"/>
              <a:t>Hỏi: Ghi thẳng vào code vậy có sao không?</a:t>
            </a:r>
          </a:p>
          <a:p>
            <a:r>
              <a:rPr lang="vi-VN" sz="1600" dirty="0"/>
              <a:t>Đáp: Làm bài tập thì không sao. Còn đồ án mà đẩy lên GitHub thì nên đọc từ biến môi trường, GitHub có bot quét secret.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Trước khi code mấy hàm ký thì mình nói qua cách VNPAY tạo chữ ký. Có 3 bước thôi: sắp xếp tham số theo alphabet, encode giá trị rồi nối bằng dấu &amp;, cuối cùng băm HMAC-SHA512 bằng HashSecret.</a:t>
            </a:r>
          </a:p>
          <a:p>
            <a:endParaRPr lang="vi-VN"/>
          </a:p>
          <a:p>
            <a:r>
              <a:rPr lang="vi-VN" sz="1600" dirty="0"/>
              <a:t>Lúc gửi đi mình ký, lúc VNPAY trả về thì họ cũng ký theo đúng cách này. Hai bên ra cùng một chuỗi thì chữ ký mới khớp được.</a:t>
            </a:r>
          </a:p>
          <a:p>
            <a:endParaRPr lang="vi-VN"/>
          </a:p>
          <a:p>
            <a:r>
              <a:rPr lang="vi-VN" sz="1600" dirty="0"/>
              <a:t>3 bước này tương ứng với 3 TODO tiếp theo.</a:t>
            </a:r>
          </a:p>
          <a:p>
            <a:endParaRPr lang="vi-VN"/>
          </a:p>
          <a:p>
            <a:r>
              <a:rPr lang="vi-VN" sz="1600" b="1" dirty="0"/>
              <a:t>Hỏi: Sao phải sắp xếp theo alphabet?</a:t>
            </a:r>
          </a:p>
          <a:p>
            <a:r>
              <a:rPr lang="vi-VN" sz="1600" dirty="0"/>
              <a:t>Đáp: Để mình với VNPAY ráp ra đúng một chuỗi giống nhau, chứ mỗi bên một thứ tự là hash ra khác liền.</a:t>
            </a:r>
          </a:p>
          <a:p>
            <a:endParaRPr lang="vi-VN"/>
          </a:p>
          <a:p>
            <a:r>
              <a:rPr lang="vi-VN" sz="1600" b="1" dirty="0"/>
              <a:t>Hỏi: HMAC khác hash thường chỗ nào?</a:t>
            </a:r>
          </a:p>
          <a:p>
            <a:r>
              <a:rPr lang="vi-VN" sz="1600" dirty="0"/>
              <a:t>Đáp: Hash thường thì ai cũng tính được. HMAC phải có thêm HashSecret, nên chỉ mình với VNPAY tính ra được.</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Hàm đầu tiên là hàm băm HMAC-SHA512. Java có sẵn class Mac, init bằng HashSecret, gọi doFinal ra mảng 64 byte, rồi đổi từng byte qua hex.</a:t>
            </a:r>
          </a:p>
          <a:p>
            <a:endParaRPr lang="vi-VN"/>
          </a:p>
          <a:p>
            <a:r>
              <a:rPr lang="vi-VN" sz="1600" dirty="0"/>
              <a:t>Mọi người chú ý dòng tô vàng: %02x phải là x thường. Viết X hoa hoặc thiếu số 0 là chữ ký sai liền.</a:t>
            </a:r>
          </a:p>
          <a:p>
            <a:endParaRPr lang="vi-VN"/>
          </a:p>
          <a:p>
            <a:r>
              <a:rPr lang="vi-VN" sz="1600" b="1" dirty="0"/>
              <a:t>Làm</a:t>
            </a:r>
          </a:p>
          <a:p>
            <a:r>
              <a:rPr lang="vi-VN" sz="1600" dirty="0"/>
              <a:t>Gõ cùng mọi người, mình đọc từng dòng.</a:t>
            </a:r>
          </a:p>
          <a:p>
            <a:endParaRPr lang="vi-VN"/>
          </a:p>
          <a:p>
            <a:r>
              <a:rPr lang="vi-VN" sz="1600" b="1" dirty="0"/>
              <a:t>Hỏi: Sao chữ ký lúc nào cũng dài 128 ký tự?</a:t>
            </a:r>
          </a:p>
          <a:p>
            <a:r>
              <a:rPr lang="vi-VN" sz="1600" dirty="0"/>
              <a:t>Đáp: SHA-512 ra 512 bit, chia 8 được 64 byte. Mỗi byte in ra hex là 2 ký tự nên 64 x 2 = 128. Tương tự sha256 thì ra 64 ký tự.</a:t>
            </a:r>
          </a:p>
          <a:p>
            <a:endParaRPr lang="vi-VN"/>
          </a:p>
          <a:p>
            <a:r>
              <a:rPr lang="vi-VN" sz="1600" b="1" dirty="0"/>
              <a:t>Hỏi: Có thêm HashSecret vào thì chuỗi có dài hơn không?</a:t>
            </a:r>
          </a:p>
          <a:p>
            <a:r>
              <a:rPr lang="vi-VN" sz="1600" dirty="0"/>
              <a:t>Đáp: Không, HMAC cuối cùng vẫn là một lần hash nên vẫn ra 64 byte. Muốn kiểm tra thì in mac.getMacLength() ra là 64.</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Hàm này ráp các tham số thành một chuỗi để đem đi ký. Ba dòng tô vàng là ba việc: dùng TreeMap để sắp xếp, bỏ giá trị rỗng, và encode giá trị.</a:t>
            </a:r>
          </a:p>
          <a:p>
            <a:endParaRPr lang="vi-VN"/>
          </a:p>
          <a:p>
            <a:r>
              <a:rPr lang="vi-VN" sz="1600" dirty="0"/>
              <a:t>Theo mình thấy thì đây là hàm hay sai nhất. Lát nữa mà báo sai chữ ký thì phần lớn là do hàm này.</a:t>
            </a:r>
          </a:p>
          <a:p>
            <a:endParaRPr lang="vi-VN"/>
          </a:p>
          <a:p>
            <a:r>
              <a:rPr lang="vi-VN" sz="1600" b="1" dirty="0"/>
              <a:t>Làm</a:t>
            </a:r>
          </a:p>
          <a:p>
            <a:r>
              <a:rPr lang="vi-VN" sz="1600" dirty="0"/>
              <a:t>Trước khi gõ hỏi lớp thử: encode key hay encode value?</a:t>
            </a:r>
          </a:p>
          <a:p>
            <a:endParaRPr lang="vi-VN"/>
          </a:p>
          <a:p>
            <a:r>
              <a:rPr lang="vi-VN" sz="1600" b="1" dirty="0"/>
              <a:t>Hỏi: Encode key hay encode value?</a:t>
            </a:r>
          </a:p>
          <a:p>
            <a:r>
              <a:rPr lang="vi-VN" sz="1600" dirty="0"/>
              <a:t>Đáp: Phải encode value. Key toàn chữ không dấu nên encode hay không cũng như nhau.</a:t>
            </a:r>
          </a:p>
          <a:p>
            <a:endParaRPr lang="vi-VN"/>
          </a:p>
          <a:p>
            <a:r>
              <a:rPr lang="vi-VN" sz="1600" b="1" dirty="0"/>
              <a:t>Hỏi: Sao phải bỏ tham số rỗng?</a:t>
            </a:r>
          </a:p>
          <a:p>
            <a:r>
              <a:rPr lang="vi-VN" sz="1600" dirty="0"/>
              <a:t>Đáp: Vì VNPAY không đưa tham số rỗng vào chuỗi ký. Mình để lại thì chuỗi của mình khác của họ, sai chữ ký.</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Hàm này dùng để kiểm tra dữ liệu VNPAY gửi về có đúng là của VNPAY không. Mình lấy chữ ký họ gửi, bỏ nó ra khỏi map, ký lại phần còn lại bằng hai hàm vừa viết rồi so sánh.</a:t>
            </a:r>
          </a:p>
          <a:p>
            <a:endParaRPr lang="vi-VN"/>
          </a:p>
          <a:p>
            <a:r>
              <a:rPr lang="vi-VN" sz="1600" dirty="0"/>
              <a:t>Hai dòng remove là quan trọng nhất, quên là không bao giờ khớp được.</a:t>
            </a:r>
          </a:p>
          <a:p>
            <a:endParaRPr lang="vi-VN"/>
          </a:p>
          <a:p>
            <a:r>
              <a:rPr lang="vi-VN" sz="1600" b="1" dirty="0"/>
              <a:t>Làm</a:t>
            </a:r>
          </a:p>
          <a:p>
            <a:r>
              <a:rPr lang="vi-VN" sz="1600" dirty="0"/>
              <a:t>Hàm này chỉ gọi lại hai hàm trước nên gõ nhanh thôi.</a:t>
            </a:r>
          </a:p>
          <a:p>
            <a:endParaRPr lang="vi-VN"/>
          </a:p>
          <a:p>
            <a:r>
              <a:rPr lang="vi-VN" sz="1600" b="1" dirty="0"/>
              <a:t>Hỏi: Sao phải remove vnp_SecureHash rồi mới ký lại?</a:t>
            </a:r>
          </a:p>
          <a:p>
            <a:r>
              <a:rPr lang="vi-VN" sz="1600" dirty="0"/>
              <a:t>Đáp: Vì lúc VNPAY ký thì chưa có chữ ký này. Mình phải ký đúng phần dữ liệu họ đã ký thì mới ra cùng kết quả.</a:t>
            </a:r>
          </a:p>
          <a:p>
            <a:endParaRPr lang="vi-VN"/>
          </a:p>
          <a:p>
            <a:r>
              <a:rPr lang="vi-VN" sz="1600" b="1" dirty="0"/>
              <a:t>Hỏi: vnp_SecureHashType là gì?</a:t>
            </a:r>
          </a:p>
          <a:p>
            <a:r>
              <a:rPr lang="vi-VN" sz="1600" dirty="0"/>
              <a:t>Đáp: Trường cũ dùng để ghi loại thuật toán, VNPAY không tính nó vào chữ ký nên bỏ luôn.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TODO 5 hơi dài nên mình chia làm hai slide. Phần đầu là lưu đơn vào ORDERS với trạng thái PENDING, sau đó bỏ 13 tham số vào map. Riêng BankCode thì có chọn mới thêm vào.</a:t>
            </a:r>
          </a:p>
          <a:p>
            <a:endParaRPr lang="vi-VN"/>
          </a:p>
          <a:p>
            <a:r>
              <a:rPr lang="vi-VN" sz="1600" dirty="0"/>
              <a:t>Mấy dòng còn lại toàn là giá trị cố định, mọi người gõ theo là được. Chú ý mấy dòng tô vàng thôi: số tiền nhân 100, mã đơn, ReturnUrl với thời gian hết hạn.</a:t>
            </a:r>
          </a:p>
          <a:p>
            <a:endParaRPr lang="vi-VN"/>
          </a:p>
          <a:p>
            <a:r>
              <a:rPr lang="vi-VN" sz="1600" b="1" dirty="0"/>
              <a:t>Làm</a:t>
            </a:r>
          </a:p>
          <a:p>
            <a:r>
              <a:rPr lang="vi-VN" sz="1600" dirty="0"/>
              <a:t>Đọc nhanh mấy dòng giá trị cố định, dừng lại ở mấy dòng tô vàng.</a:t>
            </a:r>
          </a:p>
          <a:p>
            <a:endParaRPr lang="vi-VN"/>
          </a:p>
          <a:p>
            <a:r>
              <a:rPr lang="vi-VN" sz="1600" b="1" dirty="0"/>
              <a:t>Hỏi: Sao số tiền phải nhân 100?</a:t>
            </a:r>
          </a:p>
          <a:p>
            <a:r>
              <a:rPr lang="vi-VN" sz="1600" dirty="0"/>
              <a:t>Đáp: VNPAY quy định vậy để khỏi xử lý số lẻ. 25.000đ thì gửi đi là 2500000.</a:t>
            </a:r>
          </a:p>
          <a:p>
            <a:endParaRPr lang="vi-VN"/>
          </a:p>
          <a:p>
            <a:r>
              <a:rPr lang="vi-VN" sz="1600" b="1" dirty="0"/>
              <a:t>Hỏi: Sao phải lưu đơn trước rồi mới ký?</a:t>
            </a:r>
          </a:p>
          <a:p>
            <a:r>
              <a:rPr lang="vi-VN" sz="1600" dirty="0"/>
              <a:t>Đáp: Để lát IPN gửi về còn tìm được đơn theo txnRef. Không có đơn thì hàm IPN sẽ trả mã 01.</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Phần hai ngắn thôi, có 3 dòng. Ráp query bằng buildQueryString, ký chuỗi đó, gắn chữ ký vào cuối link rồi trả JSON về cho web.</a:t>
            </a:r>
          </a:p>
          <a:p>
            <a:endParaRPr lang="vi-VN"/>
          </a:p>
          <a:p>
            <a:r>
              <a:rPr lang="vi-VN" sz="1600" dirty="0"/>
              <a:t>Web nhận được paymentUrl thì chuyển trang qua VNPAY. Mọi người để ý là việc ký làm hết ở server, trang HTML không hề biết HashSecret.</a:t>
            </a:r>
          </a:p>
          <a:p>
            <a:endParaRPr lang="vi-VN"/>
          </a:p>
          <a:p>
            <a:r>
              <a:rPr lang="vi-VN" sz="1600" b="1" dirty="0"/>
              <a:t>Làm</a:t>
            </a:r>
          </a:p>
          <a:p>
            <a:r>
              <a:rPr lang="vi-VN" sz="1600" dirty="0"/>
              <a:t>Gõ xong phần này là đủ TODO 1 tới 5, qua slide sau test thử.</a:t>
            </a:r>
          </a:p>
          <a:p>
            <a:endParaRPr lang="vi-VN"/>
          </a:p>
          <a:p>
            <a:r>
              <a:rPr lang="vi-VN" sz="1600" b="1" dirty="0"/>
              <a:t>Hỏi: Sao không ký luôn bằng JavaScript cho khỏi gọi server?</a:t>
            </a:r>
          </a:p>
          <a:p>
            <a:r>
              <a:rPr lang="vi-VN" sz="1600" dirty="0"/>
              <a:t>Đáp: Bỏ HashSecret trong JavaScript thì ai mở View Source cũng thấy, rồi tự ký đơn giả được.</a:t>
            </a:r>
          </a:p>
          <a:p>
            <a:endParaRPr lang="vi-VN"/>
          </a:p>
          <a:p>
            <a:r>
              <a:rPr lang="vi-VN" sz="1600" b="1" dirty="0"/>
              <a:t>Hỏi: Mấy dấu \" trong lệnh return là gì vậy?</a:t>
            </a:r>
          </a:p>
          <a:p>
            <a:r>
              <a:rPr lang="vi-VN" sz="1600" dirty="0"/>
              <a:t>Đáp: Là escape dấu nháy kép để ra chuỗi JSON. Bài này mình không dùng thư viện JSON cho gọn.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Giờ mình test lần đầu. Mọi người Ctrl C rồi chạy lại, bấm Thanh toán. Qua được trang VNPAY, đúng số tiền là phần ký đã chạy ổn.</a:t>
            </a:r>
          </a:p>
          <a:p>
            <a:endParaRPr lang="vi-VN"/>
          </a:p>
          <a:p>
            <a:r>
              <a:rPr lang="vi-VN" sz="1600" dirty="0"/>
              <a:t>Bạn nào bị lỗi thì xem bảng bên phải, mấy lỗi hay gặp chủ yếu là mấy cái này.</a:t>
            </a:r>
          </a:p>
          <a:p>
            <a:endParaRPr lang="vi-VN"/>
          </a:p>
          <a:p>
            <a:r>
              <a:rPr lang="vi-VN" sz="1600" b="1" dirty="0"/>
              <a:t>Làm</a:t>
            </a:r>
          </a:p>
          <a:p>
            <a:r>
              <a:rPr lang="vi-VN" sz="1600" dirty="0"/>
              <a:t>Cho khoảng 3 phút, đi xuống xem mọi người làm.</a:t>
            </a:r>
          </a:p>
          <a:p>
            <a:endParaRPr lang="vi-VN"/>
          </a:p>
          <a:p>
            <a:r>
              <a:rPr lang="vi-VN" sz="1600" b="1" dirty="0"/>
              <a:t>Hỏi: Qua được trang VNPAY là xong rồi hả?</a:t>
            </a:r>
          </a:p>
          <a:p>
            <a:r>
              <a:rPr lang="vi-VN" sz="1600" dirty="0"/>
              <a:t>Đáp: Mới xong phần tạo link thôi, tức là TmnCode với chữ ký đúng rồi. Phần nhận kết quả thì chưa có.</a:t>
            </a:r>
          </a:p>
          <a:p>
            <a:endParaRPr lang="vi-VN"/>
          </a:p>
          <a:p>
            <a:r>
              <a:rPr lang="vi-VN" sz="1600" b="1" dirty="0"/>
              <a:t>Hỏi: Báo sai chữ ký mà không biết sai chỗ nào?</a:t>
            </a:r>
          </a:p>
          <a:p>
            <a:r>
              <a:rPr lang="vi-VN" sz="1600" dirty="0"/>
              <a:t>Đáp: In chuỗi query ra trước khi băm rồi so với link thật. Thường là do quên encode hoặc HashSecret bị dính dấu cách.</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Giờ mọi người thanh toán bằng thẻ test bên trái. Xong quay về trang kết quả là thấy PAID.</a:t>
            </a:r>
          </a:p>
          <a:p>
            <a:endParaRPr lang="vi-VN"/>
          </a:p>
          <a:p>
            <a:r>
              <a:rPr lang="vi-VN" sz="1600" dirty="0"/>
              <a:t>Nhưng nhìn log thì dòng đó ghi querydr chứ không phải IPN. Trang kết quả hỏi server, server thấy đơn còn PENDING nên tự hỏi VNPAY. Hàm này mình viết sẵn rồi. IPN thì chưa về vì VNPAY không gọi vào localhost được.</a:t>
            </a:r>
          </a:p>
          <a:p>
            <a:endParaRPr lang="vi-VN"/>
          </a:p>
          <a:p>
            <a:r>
              <a:rPr lang="vi-VN" sz="1600" b="1" dirty="0"/>
              <a:t>Làm</a:t>
            </a:r>
          </a:p>
          <a:p>
            <a:r>
              <a:rPr lang="vi-VN" sz="1600" dirty="0"/>
              <a:t>Cho mọi người thanh toán, chỉ vào dòng log querydr.</a:t>
            </a:r>
          </a:p>
          <a:p>
            <a:endParaRPr lang="vi-VN"/>
          </a:p>
          <a:p>
            <a:r>
              <a:rPr lang="vi-VN" sz="1600" b="1" dirty="0"/>
              <a:t>Hỏi: PAID rồi thì cần IPN làm gì nữa?</a:t>
            </a:r>
          </a:p>
          <a:p>
            <a:r>
              <a:rPr lang="vi-VN" sz="1600" dirty="0"/>
              <a:t>Đáp: querydr chỉ chạy khi có người mở trang kết quả. Khách tắt tab luôn thì đơn kẹt PENDING. Slide sau nói tiếp.</a:t>
            </a:r>
          </a:p>
          <a:p>
            <a:endParaRPr lang="vi-VN"/>
          </a:p>
          <a:p>
            <a:r>
              <a:rPr lang="vi-VN" sz="1600" b="1" dirty="0"/>
              <a:t>Hỏi: VNPAY báo thẻ không hợp lệ?</a:t>
            </a:r>
          </a:p>
          <a:p>
            <a:r>
              <a:rPr lang="vi-VN" sz="1600" dirty="0"/>
              <a:t>Đáp: Nhớ chọn ngân hàng NCB, với 07/15 là ngày phát hành chứ không phải ngày hết hạn.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Như slide trước, querydr chỉ chạy khi có người mở trang kết quả. Khách tắt tab là đơn kẹt PENDING dù đã trả tiền.</a:t>
            </a:r>
          </a:p>
          <a:p>
            <a:endParaRPr lang="vi-VN"/>
          </a:p>
          <a:p>
            <a:r>
              <a:rPr lang="vi-VN" sz="1600" dirty="0"/>
              <a:t>IPN thì thanh toán xong VNPAY tự gọi về, lỗi thì gọi lại. Nhưng server mình chạy localhost, VNPAY không gọi vào được. ngrok tạo một link public, gọi vào link đó thì nó chuyển về máy mình.</a:t>
            </a:r>
          </a:p>
          <a:p>
            <a:endParaRPr lang="vi-VN"/>
          </a:p>
          <a:p>
            <a:r>
              <a:rPr lang="vi-VN" sz="1600" b="1" dirty="0"/>
              <a:t>Hỏi: Ngoài ngrok còn cách nào khác không?</a:t>
            </a:r>
          </a:p>
          <a:p>
            <a:r>
              <a:rPr lang="vi-VN" sz="1600" dirty="0"/>
              <a:t>Đáp: Deploy lên server có IP public, hoặc dùng Cloudflare Tunnel. Nhưng làm đồ án thì ngrok là nhanh nhất.</a:t>
            </a:r>
          </a:p>
          <a:p>
            <a:endParaRPr lang="vi-VN"/>
          </a:p>
          <a:p>
            <a:r>
              <a:rPr lang="vi-VN" sz="1600" b="1" dirty="0"/>
              <a:t>Hỏi: Chạy ngrok thì máy mình có bị lộ ra ngoài không?</a:t>
            </a:r>
          </a:p>
          <a:p>
            <a:r>
              <a:rPr lang="vi-VN" sz="1600" dirty="0"/>
              <a:t>Đáp: Chỉ lộ đúng port 8080 và chỉ trong lúc ngrok đang chạy thôi, tắt đi là hết.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Giờ mình cài ngrok, có 5 bước. Bước 1 là tạo tài khoản, mọi người đăng nhập bằng Google là nhanh nhất.</a:t>
            </a:r>
          </a:p>
          <a:p>
            <a:endParaRPr lang="vi-VN"/>
          </a:p>
          <a:p>
            <a:r>
              <a:rPr lang="vi-VN" sz="1600" dirty="0"/>
              <a:t>Mỗi người tự tạo tài khoản riêng nha, đừng dùng chung.</a:t>
            </a:r>
          </a:p>
          <a:p>
            <a:endParaRPr lang="vi-VN"/>
          </a:p>
          <a:p>
            <a:r>
              <a:rPr lang="vi-VN" sz="1600" b="1" dirty="0"/>
              <a:t>Hỏi: Dùng chung một tài khoản được không?</a:t>
            </a:r>
          </a:p>
          <a:p>
            <a:r>
              <a:rPr lang="vi-VN" sz="1600" dirty="0"/>
              <a:t>Đáp: Không được, bản free chỉ cho chạy một tunnel cùng lúc. Người sau bật lên là người trước bị ngắt.</a:t>
            </a:r>
          </a:p>
          <a:p>
            <a:endParaRPr lang="vi-VN"/>
          </a:p>
          <a:p>
            <a:r>
              <a:rPr lang="vi-VN" sz="1600" b="1" dirty="0"/>
              <a:t>Hỏi: ngrok có mất phí không?</a:t>
            </a:r>
          </a:p>
          <a:p>
            <a:r>
              <a:rPr lang="vi-VN" sz="1600" dirty="0"/>
              <a:t>Đáp: Bản free là đủ dùng rồi, chỉ có điều mỗi lần chạy lại thì link bị đổi.</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Bước 2 là cài ngrok. Máy Mac thì một lệnh brew, Linux thì dùng snap. Còn Windows thì tải file zip về, giải nén ra ngrok.exe rồi bỏ chung thư mục với ShopStart.java.</a:t>
            </a:r>
          </a:p>
          <a:p>
            <a:endParaRPr lang="vi-VN"/>
          </a:p>
          <a:p>
            <a:r>
              <a:rPr lang="vi-VN" sz="1600" dirty="0"/>
              <a:t>Bạn nào dùng Windows thì lúc gõ lệnh nhớ gõ .\ngrok.exe thay cho ngrok nha.</a:t>
            </a:r>
          </a:p>
          <a:p>
            <a:endParaRPr lang="vi-VN"/>
          </a:p>
          <a:p>
            <a:r>
              <a:rPr lang="vi-VN" sz="1600" b="1" dirty="0"/>
              <a:t>Làm</a:t>
            </a:r>
          </a:p>
          <a:p>
            <a:r>
              <a:rPr lang="vi-VN" sz="1600" dirty="0"/>
              <a:t>Ai cài xong thì gõ ngrok version kiểm tra.</a:t>
            </a:r>
          </a:p>
          <a:p>
            <a:endParaRPr lang="vi-VN"/>
          </a:p>
          <a:p>
            <a:r>
              <a:rPr lang="vi-VN" sz="1600" b="1" dirty="0"/>
              <a:t>Hỏi: Gõ ngrok mà báo command not found?</a:t>
            </a:r>
          </a:p>
          <a:p>
            <a:r>
              <a:rPr lang="vi-VN" sz="1600" dirty="0"/>
              <a:t>Đáp: Do file chưa nằm trong PATH. Thêm vào PATH, hoặc cd vào đúng thư mục chứa nó rồi gõ .\ngrok.exe.</a:t>
            </a:r>
          </a:p>
          <a:p>
            <a:endParaRPr lang="vi-VN"/>
          </a:p>
          <a:p>
            <a:r>
              <a:rPr lang="vi-VN" sz="1600" b="1" dirty="0"/>
              <a:t>Hỏi: Windows cài bằng lệnh được không?</a:t>
            </a:r>
          </a:p>
          <a:p>
            <a:r>
              <a:rPr lang="vi-VN" sz="1600" dirty="0"/>
              <a:t>Đáp: Được, dùng winget install ngrok.ngrok. Nhưng tải zip thì ít lỗi hơn.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Bước 3 là thêm authtoken, bước này mọi người hay quên nhất. Không có authtoken là ngrok không chạy.</a:t>
            </a:r>
          </a:p>
          <a:p>
            <a:endParaRPr lang="vi-VN"/>
          </a:p>
          <a:p>
            <a:r>
              <a:rPr lang="vi-VN" sz="1600" dirty="0"/>
              <a:t>Vào trang your-authtoken, ở mục Command line có sẵn nguyên dòng lệnh kèm token luôn. Copy, dán vào terminal, Enter. Gõ ngrok config check ra Valid là được.</a:t>
            </a:r>
          </a:p>
          <a:p>
            <a:endParaRPr lang="vi-VN"/>
          </a:p>
          <a:p>
            <a:r>
              <a:rPr lang="vi-VN" sz="1600" b="1" dirty="0"/>
              <a:t>Làm</a:t>
            </a:r>
          </a:p>
          <a:p>
            <a:r>
              <a:rPr lang="vi-VN" sz="1600" dirty="0"/>
              <a:t>Đi xuống kiểm tra từng bạn bằng lệnh ngrok config check.</a:t>
            </a:r>
          </a:p>
          <a:p>
            <a:endParaRPr lang="vi-VN"/>
          </a:p>
          <a:p>
            <a:r>
              <a:rPr lang="vi-VN" sz="1600" b="1" dirty="0"/>
              <a:t>Hỏi: Mỗi lần chạy ngrok có phải thêm token lại không?</a:t>
            </a:r>
          </a:p>
          <a:p>
            <a:r>
              <a:rPr lang="vi-VN" sz="1600" dirty="0"/>
              <a:t>Đáp: Không, token lưu trong file ngrok.yml rồi, thêm một lần là xong.</a:t>
            </a:r>
          </a:p>
          <a:p>
            <a:endParaRPr lang="vi-VN"/>
          </a:p>
          <a:p>
            <a:r>
              <a:rPr lang="vi-VN" sz="1600" b="1" dirty="0"/>
              <a:t>Hỏi: Báo no such file là sao?</a:t>
            </a:r>
          </a:p>
          <a:p>
            <a:r>
              <a:rPr lang="vi-VN" sz="1600" dirty="0"/>
              <a:t>Đáp: Là chưa có file cấu hình, tức là lệnh add-authtoken chưa chạy được. Copy lại dòng lệnh trên dashboard rồi chạy lại.</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Bước 4 là chạy ngrok http 8080. Ở dòng Forwarding sẽ có một link https, đó là link public của máy mình.</a:t>
            </a:r>
          </a:p>
          <a:p>
            <a:endParaRPr lang="vi-VN"/>
          </a:p>
          <a:p>
            <a:r>
              <a:rPr lang="vi-VN" sz="1600" dirty="0"/>
              <a:t>Cửa sổ này mọi người để yên nha, đừng tắt. Mở thêm một terminal nữa để chạy Java.</a:t>
            </a:r>
          </a:p>
          <a:p>
            <a:endParaRPr lang="vi-VN"/>
          </a:p>
          <a:p>
            <a:r>
              <a:rPr lang="vi-VN" sz="1600" b="1" dirty="0"/>
              <a:t>Làm</a:t>
            </a:r>
          </a:p>
          <a:p>
            <a:r>
              <a:rPr lang="vi-VN" sz="1600" dirty="0"/>
              <a:t>Chỉ mọi người bấm dấu cộng trong VSCode để mở terminal thứ hai.</a:t>
            </a:r>
          </a:p>
          <a:p>
            <a:endParaRPr lang="vi-VN"/>
          </a:p>
          <a:p>
            <a:r>
              <a:rPr lang="vi-VN" sz="1600" b="1" dirty="0"/>
              <a:t>Hỏi: Lỡ tắt cửa sổ ngrok thì sao?</a:t>
            </a:r>
          </a:p>
          <a:p>
            <a:r>
              <a:rPr lang="vi-VN" sz="1600" dirty="0"/>
              <a:t>Đáp: Link chết luôn. Chạy lại thì ra link khác, phải vào VNPAY khai lại.</a:t>
            </a:r>
          </a:p>
          <a:p>
            <a:endParaRPr lang="vi-VN"/>
          </a:p>
          <a:p>
            <a:r>
              <a:rPr lang="vi-VN" sz="1600" b="1" dirty="0"/>
              <a:t>Hỏi: Trang cảnh báo của ngrok có chặn IPN không?</a:t>
            </a:r>
          </a:p>
          <a:p>
            <a:r>
              <a:rPr lang="vi-VN" sz="1600" dirty="0"/>
              <a:t>Đáp: Không, trang đó chỉ hiện với trình duyệt thôi. VNPAY gọi IPN từ server nên không bị.</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Bước cuối, vào trang quản lý của VNPAY khai 2 link: URL trả về đuôi vnpay/return, URL IPN đuôi vnpay/ipn. Mỗi người dùng link ngrok của mình nha.</a:t>
            </a:r>
          </a:p>
          <a:p>
            <a:endParaRPr lang="vi-VN"/>
          </a:p>
          <a:p>
            <a:r>
              <a:rPr lang="vi-VN" sz="1600" dirty="0"/>
              <a:t>Rồi qua terminal Java, Ctrl C, set biến VNPAY_RETURN_URL rồi chạy lại. Mac dùng export, Windows dùng $env.</a:t>
            </a:r>
          </a:p>
          <a:p>
            <a:endParaRPr lang="vi-VN"/>
          </a:p>
          <a:p>
            <a:r>
              <a:rPr lang="vi-VN" sz="1600" b="1" dirty="0"/>
              <a:t>Làm</a:t>
            </a:r>
          </a:p>
          <a:p>
            <a:r>
              <a:rPr lang="vi-VN" sz="1600" dirty="0"/>
              <a:t>Đi chậm bước này. Kiểm tra log lúc chạy lên có dòng ReturnUrl là link https.</a:t>
            </a:r>
          </a:p>
          <a:p>
            <a:endParaRPr lang="vi-VN"/>
          </a:p>
          <a:p>
            <a:r>
              <a:rPr lang="vi-VN" sz="1600" b="1" dirty="0"/>
              <a:t>Hỏi: Set biến xong mà không chạy lại Java được không?</a:t>
            </a:r>
          </a:p>
          <a:p>
            <a:r>
              <a:rPr lang="vi-VN" sz="1600" dirty="0"/>
              <a:t>Đáp: Không được, RETURN_URL chỉ đọc lúc chương trình khởi động thôi.</a:t>
            </a:r>
          </a:p>
          <a:p>
            <a:endParaRPr lang="vi-VN"/>
          </a:p>
          <a:p>
            <a:r>
              <a:rPr lang="vi-VN" sz="1600" b="1" dirty="0"/>
              <a:t>Hỏi: Trang VNPAY báo lỗi, không lưu được URL IPN?</a:t>
            </a:r>
          </a:p>
          <a:p>
            <a:r>
              <a:rPr lang="vi-VN" sz="1600" dirty="0"/>
              <a:t>Đáp: Trang sandbox thỉnh thoảng bị vậy, lúc làm mình cũng gặp. Vẫn làm tiếp được, đơn vẫn PAID nhờ querydr như lúc nãy.</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TODO cuối là xử lý IPN. Đọc từ trên xuống có 5 trường hợp: sai chữ ký trả 97, không có đơn 01, sai số tiền 04, đơn xử lý rồi 02, còn lại cập nhật trạng thái và trả 00.</a:t>
            </a:r>
          </a:p>
          <a:p>
            <a:endParaRPr lang="vi-VN"/>
          </a:p>
          <a:p>
            <a:r>
              <a:rPr lang="vi-VN" sz="1600" dirty="0"/>
              <a:t>Thanh toán thành công là khi cả ResponseCode và TransactionStatus đều bằng 00.</a:t>
            </a:r>
          </a:p>
          <a:p>
            <a:endParaRPr lang="vi-VN"/>
          </a:p>
          <a:p>
            <a:r>
              <a:rPr lang="vi-VN" sz="1600" b="1" dirty="0"/>
              <a:t>Làm</a:t>
            </a:r>
          </a:p>
          <a:p>
            <a:r>
              <a:rPr lang="vi-VN" sz="1600" dirty="0"/>
              <a:t>Đọc 5 mã trước rồi mới gõ. Gõ xong thì Ctrl C, chạy lại Java, nhớ là vẫn phải có biến VNPAY_RETURN_URL.</a:t>
            </a:r>
          </a:p>
          <a:p>
            <a:endParaRPr lang="vi-VN"/>
          </a:p>
          <a:p>
            <a:r>
              <a:rPr lang="vi-VN" sz="1600" b="1" dirty="0"/>
              <a:t>Hỏi: Bỏ trường hợp 02 thì sao?</a:t>
            </a:r>
          </a:p>
          <a:p>
            <a:r>
              <a:rPr lang="vi-VN" sz="1600" dirty="0"/>
              <a:t>Đáp: VNPAY gọi lại mấy lần là đơn bị xử lý mấy lần, hệ thống thật có khi cộng tiền nhiều lần luôn.</a:t>
            </a:r>
          </a:p>
          <a:p>
            <a:endParaRPr lang="vi-VN"/>
          </a:p>
          <a:p>
            <a:r>
              <a:rPr lang="vi-VN" sz="1600" b="1" dirty="0"/>
              <a:t>Hỏi: VNPAY gửi về là đúng rồi, sao còn phải so số tiền?</a:t>
            </a:r>
          </a:p>
          <a:p>
            <a:r>
              <a:rPr lang="vi-VN" sz="1600" dirty="0"/>
              <a:t>Đáp: Cho chắc thôi. Số tiền không khớp với đơn trong DB là có vấn đề, không nên cập nhật PAID.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Giờ mọi người thanh toán lại một lần nữa. Lần này trong log phải có dòng IPN, nghĩa là VNPAY đã gọi về server mình thông qua ngrok.</a:t>
            </a:r>
          </a:p>
          <a:p>
            <a:endParaRPr lang="vi-VN"/>
          </a:p>
          <a:p>
            <a:r>
              <a:rPr lang="vi-VN" sz="1600" dirty="0"/>
              <a:t>Bạn nào muốn xem request IPN cụ thể thì mở 127.0.0.1:4040, đây là trang theo dõi của ngrok.</a:t>
            </a:r>
          </a:p>
          <a:p>
            <a:endParaRPr lang="vi-VN"/>
          </a:p>
          <a:p>
            <a:r>
              <a:rPr lang="vi-VN" sz="1600" b="1" dirty="0"/>
              <a:t>Làm</a:t>
            </a:r>
          </a:p>
          <a:p>
            <a:r>
              <a:rPr lang="vi-VN" sz="1600" dirty="0"/>
              <a:t>Mở sẵn terminal để chỉ vào dòng IPN.</a:t>
            </a:r>
          </a:p>
          <a:p>
            <a:endParaRPr lang="vi-VN"/>
          </a:p>
          <a:p>
            <a:r>
              <a:rPr lang="vi-VN" sz="1600" b="1" dirty="0"/>
              <a:t>Hỏi: Log hiện querydr trước rồi mới tới IPN thì có sao không?</a:t>
            </a:r>
          </a:p>
          <a:p>
            <a:r>
              <a:rPr lang="vi-VN" sz="1600" dirty="0"/>
              <a:t>Đáp: Không sao. IPN tới sau thấy đơn đã PAID rồi nên trả 02, đơn không bị cập nhật lại.</a:t>
            </a:r>
          </a:p>
          <a:p>
            <a:endParaRPr lang="vi-VN"/>
          </a:p>
          <a:p>
            <a:r>
              <a:rPr lang="vi-VN" sz="1600" b="1" dirty="0"/>
              <a:t>Hỏi: Làm tới đây rồi thì đồ án làm gì tiếp?</a:t>
            </a:r>
          </a:p>
          <a:p>
            <a:r>
              <a:rPr lang="vi-VN" sz="1600" dirty="0"/>
              <a:t>Đáp: Chỗ cập nhật PAID thì thêm logic của mình vào, kiểu trừ kho, gửi mail xác nhận.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Hàm reconcile này là cái giúp đơn PAID ở lần test 1. Hôm nay mình không code nó, mọi người biết là có nó là được.</a:t>
            </a:r>
          </a:p>
          <a:p>
            <a:endParaRPr lang="vi-VN"/>
          </a:p>
          <a:p>
            <a:r>
              <a:rPr lang="vi-VN" sz="1600" dirty="0"/>
              <a:t>Có một chỗ khác so với lúc tạo link: chữ ký của querydr nối bằng dấu gạch đứng theo thứ tự cố định, không sắp xếp alphabet. Lúc đầu mình dùng lại hàm buildQueryString và bị sai chỗ này.</a:t>
            </a:r>
          </a:p>
          <a:p>
            <a:endParaRPr lang="vi-VN"/>
          </a:p>
          <a:p>
            <a:r>
              <a:rPr lang="vi-VN" sz="1600" b="1" dirty="0"/>
              <a:t>Hỏi: Dùng querydr thay hẳn IPN được không?</a:t>
            </a:r>
          </a:p>
          <a:p>
            <a:r>
              <a:rPr lang="vi-VN" sz="1600" dirty="0"/>
              <a:t>Đáp: Làm demo thì được. Nhưng thực tế vẫn nên dùng IPN là chính vì nó về ngay, querydr để kiểm tra lại khi IPN bị mất.</a:t>
            </a:r>
          </a:p>
          <a:p>
            <a:endParaRPr lang="vi-VN"/>
          </a:p>
          <a:p>
            <a:r>
              <a:rPr lang="vi-VN" sz="1600" b="1" dirty="0"/>
              <a:t>Hỏi: Trong đồ án nên gọi querydr lúc nào?</a:t>
            </a:r>
          </a:p>
          <a:p>
            <a:r>
              <a:rPr lang="vi-VN" sz="1600" dirty="0"/>
              <a:t>Đáp: Có thể viết một job chạy định kỳ, quét mấy đơn PENDING quá 15 phút rồi hỏi lại VNPAY.</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Slide này mình để đây cho mọi người tự dò lỗi, mình không đọc hết.</a:t>
            </a:r>
          </a:p>
          <a:p>
            <a:endParaRPr lang="vi-VN"/>
          </a:p>
          <a:p>
            <a:r>
              <a:rPr lang="vi-VN" sz="1600" b="1" dirty="0"/>
              <a:t>Hỏi: Làm sao biết IPN có về không?</a:t>
            </a:r>
          </a:p>
          <a:p>
            <a:r>
              <a:rPr lang="vi-VN" sz="1600" dirty="0"/>
              <a:t>Đáp: Nhìn log trong terminal chạy Java, hoặc mở 127.0.0.1:4040 xem có request nào gọi vào không.</a:t>
            </a:r>
          </a:p>
          <a:p>
            <a:endParaRPr lang="vi-VN"/>
          </a:p>
          <a:p>
            <a:r>
              <a:rPr lang="vi-VN" sz="1600" b="1" dirty="0"/>
              <a:t>Hỏi: Sửa index.html có cần chạy lại Java không?</a:t>
            </a:r>
          </a:p>
          <a:p>
            <a:r>
              <a:rPr lang="vi-VN" sz="1600" dirty="0"/>
              <a:t>Đáp: Không cần, server đọc file mỗi lần load trang, F5 lại là thấy.</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Đây là mấy lưu ý mình rút ra, quan trọng nhất là cái đầu: chỉ cập nhật trạng thái đơn từ IPN hoặc querydr.</a:t>
            </a:r>
          </a:p>
          <a:p>
            <a:endParaRPr lang="vi-VN"/>
          </a:p>
          <a:p>
            <a:r>
              <a:rPr lang="vi-VN" sz="1600" dirty="0"/>
              <a:t>Chuyển qua Spring Boot thì hai hàm ký dùng lại y chang, ORDERS đổi thành repository, HttpServer thành RestController.</a:t>
            </a:r>
          </a:p>
          <a:p>
            <a:endParaRPr lang="vi-VN"/>
          </a:p>
          <a:p>
            <a:r>
              <a:rPr lang="vi-VN" sz="1600" b="1" dirty="0"/>
              <a:t>Làm</a:t>
            </a:r>
          </a:p>
          <a:p>
            <a:r>
              <a:rPr lang="vi-VN" sz="1600" dirty="0"/>
              <a:t>Nhắc mọi người file đáp án ShopDone.java mình sẽ để trên Drive sau buổi.</a:t>
            </a:r>
          </a:p>
          <a:p>
            <a:endParaRPr lang="vi-VN"/>
          </a:p>
          <a:p>
            <a:r>
              <a:rPr lang="vi-VN" sz="1600" b="1" dirty="0"/>
              <a:t>Hỏi: Sao Etc/GMT+7 lại bị lệch?</a:t>
            </a:r>
          </a:p>
          <a:p>
            <a:r>
              <a:rPr lang="vi-VN" sz="1600" dirty="0"/>
              <a:t>Đáp: Theo chuẩn POSIX dấu trong Etc/GMT bị ngược, Etc/GMT+7 là UTC-7. Code mẫu của VNPAY dính lỗi này.</a:t>
            </a:r>
          </a:p>
          <a:p>
            <a:endParaRPr lang="vi-VN"/>
          </a:p>
          <a:p>
            <a:r>
              <a:rPr lang="vi-VN" sz="1600" b="1" dirty="0"/>
              <a:t>Hỏi: Muốn tích hợp thêm MoMo hay ZaloPay thì sao?</a:t>
            </a:r>
          </a:p>
          <a:p>
            <a:r>
              <a:rPr lang="vi-VN" sz="1600" dirty="0"/>
              <a:t>Đáp: Mỗi bên ký một kiểu khác nhau. Mình nên tạo một interface PaymentGateway rồi mỗi cổng viết một class riêng.</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Phần của mình tới đây là hết. Mọi người có câu hỏi gì thì hỏi nha, bạn nào còn bị lỗi thì mở ShopDone.java trên Drive ra so.</a:t>
            </a:r>
          </a:p>
          <a:p>
            <a:endParaRPr lang="vi-VN"/>
          </a:p>
          <a:p>
            <a:r>
              <a:rPr lang="vi-VN" sz="1600" dirty="0"/>
              <a:t>Một vài câu có thể bị hỏi:</a:t>
            </a:r>
          </a:p>
          <a:p>
            <a:endParaRPr lang="vi-VN"/>
          </a:p>
          <a:p>
            <a:r>
              <a:rPr lang="vi-VN" sz="1600" b="1" dirty="0"/>
              <a:t>Hỏi: Muốn chạy thật (production) thì cần đổi gì?</a:t>
            </a:r>
          </a:p>
          <a:p>
            <a:r>
              <a:rPr lang="vi-VN" sz="1600" dirty="0"/>
              <a:t>Đáp: Đổi PAY_URL với API_URL sang link thật, dùng TmnCode và HashSecret VNPAY cấp sau khi ký hợp đồng. Code thì giữ nguyên.</a:t>
            </a:r>
          </a:p>
          <a:p>
            <a:endParaRPr lang="vi-VN"/>
          </a:p>
          <a:p>
            <a:r>
              <a:rPr lang="vi-VN" sz="1600" b="1" dirty="0"/>
              <a:t>Hỏi: Hoàn tiền thì làm sao?</a:t>
            </a:r>
          </a:p>
          <a:p>
            <a:r>
              <a:rPr lang="vi-VN" sz="1600" dirty="0"/>
              <a:t>Đáp: Dùng API refund của VNPAY, cách ký giống querydr, cũng nối bằng dấu gạch đứng.</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Users/minhdang_work/vnpay-seminar/slides-html/render/01-mo-dau.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Users/minhdang_work/vnpay-seminar/slides-html/render/02-ket-qua.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Users/minhdang_work/vnpay-seminar/slides-html/render/03-luong.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Users/minhdang_work/vnpay-seminar/slides-html/render/04-chay-thu.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Users/minhdang_work/vnpay-seminar/slides-html/render/05-todo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Users/minhdang_work/vnpay-seminar/slides-html/render/06-chu-ky.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Users/minhdang_work/vnpay-seminar/slides-html/render/07-todo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Users/minhdang_work/vnpay-seminar/slides-html/render/08-todo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Users/minhdang_work/vnpay-seminar/slides-html/render/09-todo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Users/minhdang_work/vnpay-seminar/slides-html/render/10-todo5-tham-so.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Users/minhdang_work/vnpay-seminar/slides-html/render/11-todo5-ky.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Users/minhdang_work/vnpay-seminar/slides-html/render/12-kiem-tra-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Users/minhdang_work/vnpay-seminar/slides-html/render/13-the-test.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Users/minhdang_work/vnpay-seminar/slides-html/render/14-ngrok-vi-sao.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Users/minhdang_work/vnpay-seminar/slides-html/render/15-ngrok-b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Users/minhdang_work/vnpay-seminar/slides-html/render/16-ngrok-b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Users/minhdang_work/vnpay-seminar/slides-html/render/17-ngrok-b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Users/minhdang_work/vnpay-seminar/slides-html/render/18-ngrok-b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Users/minhdang_work/vnpay-seminar/slides-html/render/19-ngrok-b5.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Users/minhdang_work/vnpay-seminar/slides-html/render/20-todo6.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Users/minhdang_work/vnpay-seminar/slides-html/render/21-kiem-tra-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Users/minhdang_work/vnpay-seminar/slides-html/render/22-querydr.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Users/minhdang_work/vnpay-seminar/slides-html/render/23-loi.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Users/minhdang_work/vnpay-seminar/slides-html/render/24-tong-ket.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Users/minhdang_work/vnpay-seminar/slides-html/render/25-hoi-dap.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VNPAY Sandbox, Spring Boot</dc:title>
  <dc:subject>PptxGenJS Presentation</dc:subject>
  <dc:creator>DangLe</dc:creator>
  <cp:lastModifiedBy>DangLe</cp:lastModifiedBy>
  <cp:revision>1</cp:revision>
  <dcterms:created xsi:type="dcterms:W3CDTF">2026-10-05T13:28:32Z</dcterms:created>
  <dcterms:modified xsi:type="dcterms:W3CDTF">2026-10-05T13:28:32Z</dcterms:modified>
</cp:coreProperties>
</file>