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Hôm nay mình cùng code phần thanh toán VNPAY. Không Spring, không Maven, chỉ một file Java chạy bằng lệnh java. Cuối buổi mỗi người quẹt thẻ test và thấy đơn của mình chuyển sang PAID.</a:t>
            </a:r>
          </a:p>
          <a:p>
            <a:endParaRPr lang="vi-VN"/>
          </a:p>
          <a:p>
            <a:r>
              <a:rPr lang="vi-VN" b="1" dirty="0"/>
              <a:t>LÀM</a:t>
            </a:r>
          </a:p>
          <a:p>
            <a:r>
              <a:rPr lang="vi-VN" dirty="0"/>
              <a:t>Hỏi nhanh ai đã tải ShopStart.java và index.html. Ai chưa có thì lấy trong thư mục Drive.</a:t>
            </a:r>
          </a:p>
          <a:p>
            <a:endParaRPr lang="vi-VN"/>
          </a:p>
          <a:p>
            <a:r>
              <a:rPr lang="vi-VN" b="1" dirty="0"/>
              <a:t>Hỏi: Sao không tự làm chức năng nhập thẻ cho nhanh?</a:t>
            </a:r>
          </a:p>
          <a:p>
            <a:r>
              <a:rPr lang="vi-VN" dirty="0"/>
              <a:t>Đáp: Lưu số thẻ trên server mình là vi phạm PCI-DSS, ngân hàng cũng không cấp API cho đồ án. VNPAY đứng giữa, khách nhập thẻ trên trang của họ.</a:t>
            </a:r>
          </a:p>
          <a:p>
            <a:endParaRPr lang="vi-VN"/>
          </a:p>
          <a:p>
            <a:r>
              <a:rPr lang="vi-VN" b="1" dirty="0"/>
              <a:t>Hỏi: Sandbox có mất tiền thật không?</a:t>
            </a:r>
          </a:p>
          <a:p>
            <a:r>
              <a:rPr lang="vi-VN" dirty="0"/>
              <a:t>Đáp: Không. Thẻ test là thẻ giả, không có tiền nào chạy.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Đây là thứ mình sẽ có lúc cuối buổi. Bên trái là cửa hàng, bấm Thanh toán thì sang trang VNPAY. Quẹt thẻ test xong quay về, trang kết quả hiện PAID kèm mã giao dịch bên VNPAY.</a:t>
            </a:r>
          </a:p>
          <a:p>
            <a:endParaRPr lang="vi-VN"/>
          </a:p>
          <a:p>
            <a:r>
              <a:rPr lang="vi-VN" dirty="0"/>
              <a:t>Giao diện có sẵn rồi, hôm nay chỉ code phần server.</a:t>
            </a:r>
          </a:p>
          <a:p>
            <a:endParaRPr lang="vi-VN"/>
          </a:p>
          <a:p>
            <a:r>
              <a:rPr lang="vi-VN" b="1" dirty="0"/>
              <a:t>Hỏi: Mã GD tại VNPAY khác mã đơn chỗ nào?</a:t>
            </a:r>
          </a:p>
          <a:p>
            <a:r>
              <a:rPr lang="vi-VN" dirty="0"/>
              <a:t>Đáp: Mã đơn (vnp_TxnRef) là mình tự sinh. Mã GD (vnp_TransactionNo) là VNPAY cấp sau khi trừ tiền, dùng để tra soát với họ.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Cả bài chỉ có bốn request này. Số 1 là web gọi server để lấy URL thanh toán. Số 2 là IPN, VNPAY gọi thẳng về server báo kết quả. Số 3 là browser của khách quay về. Số 4 là server mình chủ động hỏi VNPAY.</a:t>
            </a:r>
          </a:p>
          <a:p>
            <a:endParaRPr lang="vi-VN"/>
          </a:p>
          <a:p>
            <a:r>
              <a:rPr lang="vi-VN" dirty="0"/>
              <a:t>Chốt một câu: chỉ số 2 và số 4 được ghi status. Số 3 đi qua browser của khách nên chỉ dùng để hiển thị.</a:t>
            </a:r>
          </a:p>
          <a:p>
            <a:endParaRPr lang="vi-VN"/>
          </a:p>
          <a:p>
            <a:r>
              <a:rPr lang="vi-VN" b="1" dirty="0"/>
              <a:t>Hỏi: Sao ReturnURL không được ghi status?</a:t>
            </a:r>
          </a:p>
          <a:p>
            <a:r>
              <a:rPr lang="vi-VN" dirty="0"/>
              <a:t>Đáp: Nó là URL trên browser của khách, ai cũng sửa được vnp_ResponseCode=00. Thêm nữa khách tắt tab là ReturnURL không bao giờ về.</a:t>
            </a:r>
          </a:p>
          <a:p>
            <a:endParaRPr lang="vi-VN"/>
          </a:p>
          <a:p>
            <a:r>
              <a:rPr lang="vi-VN" b="1" dirty="0"/>
              <a:t>Hỏi: IPN với querydr khác nhau chỗ nào?</a:t>
            </a:r>
          </a:p>
          <a:p>
            <a:r>
              <a:rPr lang="vi-VN" dirty="0"/>
              <a:t>Đáp: IPN là VNPAY chủ động gọi mình. querydr là mình chủ động hỏi VNPAY. Cả hai đều server to server và đều có checksum.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Trước khi code, mọi người chạy thử bản trống. Hai file để chung một thư mục, mở terminal ngay thư mục đó, chạy java ShopStart.java.</a:t>
            </a:r>
          </a:p>
          <a:p>
            <a:endParaRPr lang="vi-VN"/>
          </a:p>
          <a:p>
            <a:r>
              <a:rPr lang="vi-VN" dirty="0"/>
              <a:t>Mở localhost:8080 thấy cửa hàng là được. Bấm Thanh toán báo Chưa làm TODO 5, đó chính là chỗ mình sẽ code.</a:t>
            </a:r>
          </a:p>
          <a:p>
            <a:endParaRPr lang="vi-VN"/>
          </a:p>
          <a:p>
            <a:r>
              <a:rPr lang="vi-VN" b="1" dirty="0"/>
              <a:t>LÀM</a:t>
            </a:r>
          </a:p>
          <a:p>
            <a:r>
              <a:rPr lang="vi-VN" dirty="0"/>
              <a:t>Chờ đa số thấy cửa hàng rồi mới qua slide.</a:t>
            </a:r>
          </a:p>
          <a:p>
            <a:endParaRPr lang="vi-VN"/>
          </a:p>
          <a:p>
            <a:r>
              <a:rPr lang="vi-VN" b="1" dirty="0"/>
              <a:t>Hỏi: Sao chạy java thẳng mà không cần javac?</a:t>
            </a:r>
          </a:p>
          <a:p>
            <a:r>
              <a:rPr lang="vi-VN" dirty="0"/>
              <a:t>Đáp: Từ JDK 11, java chạy được file nguồn đơn lẻ, nó tự biên dịch trong bộ nhớ.</a:t>
            </a:r>
          </a:p>
          <a:p>
            <a:endParaRPr lang="vi-VN"/>
          </a:p>
          <a:p>
            <a:r>
              <a:rPr lang="vi-VN" b="1" dirty="0"/>
              <a:t>Hỏi: Báo Address already in use là sao?</a:t>
            </a:r>
          </a:p>
          <a:p>
            <a:r>
              <a:rPr lang="vi-VN" dirty="0"/>
              <a:t>Đáp: Port 8080 còn app cũ đang giữ. Tắt terminal cũ hoặc đổi PORT trong code.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TODO đầu tiên dễ nhất: mở email VNPAY, copy TmnCode và HashSecret dán vào hai dòng này.</a:t>
            </a:r>
          </a:p>
          <a:p>
            <a:endParaRPr lang="vi-VN"/>
          </a:p>
          <a:p>
            <a:r>
              <a:rPr lang="vi-VN" dirty="0"/>
              <a:t>Nhắc kỹ chỗ copy: HashSecret dính một dấu cách ở cuối là chữ ký sai mà nhìn không ra.</a:t>
            </a:r>
          </a:p>
          <a:p>
            <a:endParaRPr lang="vi-VN"/>
          </a:p>
          <a:p>
            <a:r>
              <a:rPr lang="vi-VN" b="1" dirty="0"/>
              <a:t>LÀM</a:t>
            </a:r>
          </a:p>
          <a:p>
            <a:r>
              <a:rPr lang="vi-VN" dirty="0"/>
              <a:t>Chờ cả lớp dán xong. Ai không thấy email thì xem thư mục spam.</a:t>
            </a:r>
          </a:p>
          <a:p>
            <a:endParaRPr lang="vi-VN"/>
          </a:p>
          <a:p>
            <a:r>
              <a:rPr lang="vi-VN" b="1" dirty="0"/>
              <a:t>Hỏi: TmnCode có phải giữ bí mật không?</a:t>
            </a:r>
          </a:p>
          <a:p>
            <a:r>
              <a:rPr lang="vi-VN" dirty="0"/>
              <a:t>Đáp: Không. Nó nằm ngay trên URL thanh toán. HashSecret mới phải giấu, lộ ra là người khác ký đơn giả được.</a:t>
            </a:r>
          </a:p>
          <a:p>
            <a:endParaRPr lang="vi-VN"/>
          </a:p>
          <a:p>
            <a:r>
              <a:rPr lang="vi-VN" b="1" dirty="0"/>
              <a:t>Hỏi: Hardcode vào code có sao không?</a:t>
            </a:r>
          </a:p>
          <a:p>
            <a:r>
              <a:rPr lang="vi-VN" dirty="0"/>
              <a:t>Đáp: Bài tập thì được. Đồ án đẩy lên GitHub thì đọc từ biến môi trường, GitHub có bot quét secret.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Trước khi gõ, nhìn ý tưởng đã. Chữ ký VNPAY chỉ có ba bước: sort tham số theo alphabet, encode value rồi nối bằng dấu và, cuối cùng băm HMAC-SHA512 bằng HashSecret.</a:t>
            </a:r>
          </a:p>
          <a:p>
            <a:endParaRPr lang="vi-VN"/>
          </a:p>
          <a:p>
            <a:r>
              <a:rPr lang="vi-VN" dirty="0"/>
              <a:t>Mình ký một lần lúc gửi đi, VNPAY ký lại một lần lúc gửi về. Hai bên ráp ra cùng một chuỗi thì chữ ký mới khớp.</a:t>
            </a:r>
          </a:p>
          <a:p>
            <a:endParaRPr lang="vi-VN"/>
          </a:p>
          <a:p>
            <a:r>
              <a:rPr lang="vi-VN" dirty="0"/>
              <a:t>Ba bước này ứng với ba TODO tiếp theo.</a:t>
            </a:r>
          </a:p>
          <a:p>
            <a:endParaRPr lang="vi-VN"/>
          </a:p>
          <a:p>
            <a:r>
              <a:rPr lang="vi-VN" b="1" dirty="0"/>
              <a:t>Hỏi: Sao phải sort theo alphabet?</a:t>
            </a:r>
          </a:p>
          <a:p>
            <a:r>
              <a:rPr lang="vi-VN" dirty="0"/>
              <a:t>Đáp: Mình và VNPAY phải ráp ra cùng một chuỗi thì hash mới giống nhau. Sort là quy ước để hai bên thống nhất thứ tự.</a:t>
            </a:r>
          </a:p>
          <a:p>
            <a:endParaRPr lang="vi-VN"/>
          </a:p>
          <a:p>
            <a:r>
              <a:rPr lang="vi-VN" b="1" dirty="0"/>
              <a:t>Hỏi: HMAC khác hash thường chỗ nào?</a:t>
            </a:r>
          </a:p>
          <a:p>
            <a:r>
              <a:rPr lang="vi-VN" dirty="0"/>
              <a:t>Đáp: Hash thường ai cũng tính được. HMAC cần thêm HashSecret nên chỉ mình và VNPAY tính ra đúng chuỗi đó.</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Hàm đầu tiên: băm HMAC-SHA512. Java có sẵn lớp Mac, không cần thư viện ngoài. Init bằng HashSecret, doFinal ra mảng 64 byte, rồi đổi từng byte sang hex.</a:t>
            </a:r>
          </a:p>
          <a:p>
            <a:endParaRPr lang="vi-VN"/>
          </a:p>
          <a:p>
            <a:r>
              <a:rPr lang="vi-VN" dirty="0"/>
              <a:t>Dòng tô vàng là dòng hay sai: phần trăm 02 x thường. Thiếu số 0 hoặc viết X hoa là chữ ký lệch.</a:t>
            </a:r>
          </a:p>
          <a:p>
            <a:endParaRPr lang="vi-VN"/>
          </a:p>
          <a:p>
            <a:r>
              <a:rPr lang="vi-VN" b="1" dirty="0"/>
              <a:t>LÀM</a:t>
            </a:r>
          </a:p>
          <a:p>
            <a:r>
              <a:rPr lang="vi-VN" dirty="0"/>
              <a:t>Gõ cùng lớp, đọc to từng dòng.</a:t>
            </a:r>
          </a:p>
          <a:p>
            <a:endParaRPr lang="vi-VN"/>
          </a:p>
          <a:p>
            <a:r>
              <a:rPr lang="vi-VN" b="1" dirty="0"/>
              <a:t>Hỏi: Sao chữ ký luôn dài 128 ký tự?</a:t>
            </a:r>
          </a:p>
          <a:p>
            <a:r>
              <a:rPr lang="vi-VN" dirty="0"/>
              <a:t>Đáp: SHA-512 ra 512 bit, chia 8 thành 64 byte. Mỗi byte in ra hex mất 2 ký tự, nên 64 x 2 = 128. Tương tự sha256 ra 64 ký tự, sha384 ra 96.</a:t>
            </a:r>
          </a:p>
          <a:p>
            <a:endParaRPr lang="vi-VN"/>
          </a:p>
          <a:p>
            <a:r>
              <a:rPr lang="vi-VN" b="1" dirty="0"/>
              <a:t>Hỏi: HMAC có làm chuỗi dài thêm không?</a:t>
            </a:r>
          </a:p>
          <a:p>
            <a:r>
              <a:rPr lang="vi-VN" dirty="0"/>
              <a:t>Đáp: Không. Bước cuối của HMAC vẫn là một lần hash nên output vẫn 64 byte. Muốn chứng minh tại chỗ: in mac.getMacLength() ra 64.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Hàm thứ hai ráp tham số thành chuỗi để đem đi ký. Ba dòng tô vàng là ba việc: TreeMap để sort, bỏ value rỗng, và encode value.</a:t>
            </a:r>
          </a:p>
          <a:p>
            <a:endParaRPr lang="vi-VN"/>
          </a:p>
          <a:p>
            <a:r>
              <a:rPr lang="vi-VN" dirty="0"/>
              <a:t>Đây là hàm sai nhiều nhất trong buổi. Báo sai chữ ký thì chín phần mười là ở đây.</a:t>
            </a:r>
          </a:p>
          <a:p>
            <a:endParaRPr lang="vi-VN"/>
          </a:p>
          <a:p>
            <a:r>
              <a:rPr lang="vi-VN" b="1" dirty="0"/>
              <a:t>LÀM</a:t>
            </a:r>
          </a:p>
          <a:p>
            <a:r>
              <a:rPr lang="vi-VN" dirty="0"/>
              <a:t>Gõ cùng lớp. Hỏi lớp trước khi gõ: encode key hay value?</a:t>
            </a:r>
          </a:p>
          <a:p>
            <a:endParaRPr lang="vi-VN"/>
          </a:p>
          <a:p>
            <a:r>
              <a:rPr lang="vi-VN" b="1" dirty="0"/>
              <a:t>Hỏi: Encode key hay encode value?</a:t>
            </a:r>
          </a:p>
          <a:p>
            <a:r>
              <a:rPr lang="vi-VN" dirty="0"/>
              <a:t>Đáp: Bắt buộc là value. Key toàn chữ ASCII nên encode hay không cũng ra như cũ.</a:t>
            </a:r>
          </a:p>
          <a:p>
            <a:endParaRPr lang="vi-VN"/>
          </a:p>
          <a:p>
            <a:r>
              <a:rPr lang="vi-VN" b="1" dirty="0"/>
              <a:t>Hỏi: Sao phải bỏ param rỗng?</a:t>
            </a:r>
          </a:p>
          <a:p>
            <a:r>
              <a:rPr lang="vi-VN" dirty="0"/>
              <a:t>Đáp: VNPAY không đưa param rỗng vào chuỗi ký. Mình giữ lại là chuỗi dài hơn của họ, checksum lệch ngay.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Hàm thứ ba dùng khi VNPAY gửi kết quả về. Lấy chữ ký họ gửi, bỏ nó ra khỏi map, ký lại phần còn lại bằng hai hàm vừa viết, rồi so.</a:t>
            </a:r>
          </a:p>
          <a:p>
            <a:endParaRPr lang="vi-VN"/>
          </a:p>
          <a:p>
            <a:r>
              <a:rPr lang="vi-VN" dirty="0"/>
              <a:t>Hai dòng remove là chỗ quan trọng. Quên là không bao giờ khớp.</a:t>
            </a:r>
          </a:p>
          <a:p>
            <a:endParaRPr lang="vi-VN"/>
          </a:p>
          <a:p>
            <a:r>
              <a:rPr lang="vi-VN" b="1" dirty="0"/>
              <a:t>LÀM</a:t>
            </a:r>
          </a:p>
          <a:p>
            <a:r>
              <a:rPr lang="vi-VN" dirty="0"/>
              <a:t>Gõ cùng lớp. Hàm này dùng lại hai hàm trước, không có gì mới.</a:t>
            </a:r>
          </a:p>
          <a:p>
            <a:endParaRPr lang="vi-VN"/>
          </a:p>
          <a:p>
            <a:r>
              <a:rPr lang="vi-VN" b="1" dirty="0"/>
              <a:t>Hỏi: Sao phải remove vnp_SecureHash rồi mới ký?</a:t>
            </a:r>
          </a:p>
          <a:p>
            <a:r>
              <a:rPr lang="vi-VN" dirty="0"/>
              <a:t>Đáp: Lúc VNPAY ký, chữ ký chưa tồn tại. Muốn ra cùng kết quả thì phải ký đúng phần họ đã ký.</a:t>
            </a:r>
          </a:p>
          <a:p>
            <a:endParaRPr lang="vi-VN"/>
          </a:p>
          <a:p>
            <a:r>
              <a:rPr lang="vi-VN" b="1" dirty="0"/>
              <a:t>Hỏi: vnp_SecureHashType là gì mà cũng phải bỏ?</a:t>
            </a:r>
          </a:p>
          <a:p>
            <a:r>
              <a:rPr lang="vi-VN" dirty="0"/>
              <a:t>Đáp: Trường cũ ghi loại thuật toán. VNPAY không tính nó vào checksum nên bỏ luôn cho chắc.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TODO 5 dài nhất nên chia hai slide. Phần đầu: lưu đơn vào ORDERS ở trạng thái PENDING, rồi bỏ 13 tham số vào map. BankCode thì có mới thêm.</a:t>
            </a:r>
          </a:p>
          <a:p>
            <a:endParaRPr lang="vi-VN"/>
          </a:p>
          <a:p>
            <a:r>
              <a:rPr lang="vi-VN" dirty="0"/>
              <a:t>Phần lớn là hằng số, gõ theo là được. Chỉ để ý mấy dòng tô vàng: số tiền nhân 100, mã đơn, ReturnUrl và hạn 15 phút.</a:t>
            </a:r>
          </a:p>
          <a:p>
            <a:endParaRPr lang="vi-VN"/>
          </a:p>
          <a:p>
            <a:r>
              <a:rPr lang="vi-VN" b="1" dirty="0"/>
              <a:t>LÀM</a:t>
            </a:r>
          </a:p>
          <a:p>
            <a:r>
              <a:rPr lang="vi-VN" dirty="0"/>
              <a:t>Gõ cùng lớp. Đọc nhanh các dòng hằng số, dừng ở dòng tô vàng.</a:t>
            </a:r>
          </a:p>
          <a:p>
            <a:endParaRPr lang="vi-VN"/>
          </a:p>
          <a:p>
            <a:r>
              <a:rPr lang="vi-VN" b="1" dirty="0"/>
              <a:t>Hỏi: Sao Amount phải nhân 100?</a:t>
            </a:r>
          </a:p>
          <a:p>
            <a:r>
              <a:rPr lang="vi-VN" dirty="0"/>
              <a:t>Đáp: VNPAY tính theo đơn vị nhỏ nhất để tránh số thập phân. 25.000đ gửi đi là 2500000.</a:t>
            </a:r>
          </a:p>
          <a:p>
            <a:endParaRPr lang="vi-VN"/>
          </a:p>
          <a:p>
            <a:r>
              <a:rPr lang="vi-VN" b="1" dirty="0"/>
              <a:t>Hỏi: Sao phải lưu đơn trước khi ký?</a:t>
            </a:r>
          </a:p>
          <a:p>
            <a:r>
              <a:rPr lang="vi-VN" dirty="0"/>
              <a:t>Đáp: Để IPN về còn tra ra đơn theo txnRef. Không có đơn thì handler trả 01.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Phần hai chỉ ba dòng. Ráp query bằng buildQueryString, ký nó, gắn chữ ký vào cuối URL, trả JSON cho web.</a:t>
            </a:r>
          </a:p>
          <a:p>
            <a:endParaRPr lang="vi-VN"/>
          </a:p>
          <a:p>
            <a:r>
              <a:rPr lang="vi-VN" dirty="0"/>
              <a:t>Web nhận paymentUrl rồi chuyển trang sang VNPAY. Toàn bộ việc ký nằm trên server, trang HTML không giữ HashSecret.</a:t>
            </a:r>
          </a:p>
          <a:p>
            <a:endParaRPr lang="vi-VN"/>
          </a:p>
          <a:p>
            <a:r>
              <a:rPr lang="vi-VN" b="1" dirty="0"/>
              <a:t>LÀM</a:t>
            </a:r>
          </a:p>
          <a:p>
            <a:r>
              <a:rPr lang="vi-VN" dirty="0"/>
              <a:t>Gõ xong là đủ TODO 1 tới 5. Chuyển sang slide kiểm tra.</a:t>
            </a:r>
          </a:p>
          <a:p>
            <a:endParaRPr lang="vi-VN"/>
          </a:p>
          <a:p>
            <a:r>
              <a:rPr lang="vi-VN" b="1" dirty="0"/>
              <a:t>Hỏi: Sao không để JavaScript tự ký cho khỏi gọi server?</a:t>
            </a:r>
          </a:p>
          <a:p>
            <a:r>
              <a:rPr lang="vi-VN" dirty="0"/>
              <a:t>Đáp: HashSecret mà nằm trong JavaScript thì ai mở View Source cũng thấy, rồi tự ký đơn giả.</a:t>
            </a:r>
          </a:p>
          <a:p>
            <a:endParaRPr lang="vi-VN"/>
          </a:p>
          <a:p>
            <a:r>
              <a:rPr lang="vi-VN" b="1" dirty="0"/>
              <a:t>Hỏi: Dấu \" trong chuỗi return là gì?</a:t>
            </a:r>
          </a:p>
          <a:p>
            <a:r>
              <a:rPr lang="vi-VN" dirty="0"/>
              <a:t>Đáp: Escape dấu nháy kép để ra chuỗi JSON. Bài này không dùng thư viện JSON cho gọn.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Đến điểm dừng đầu tiên. Ctrl C, chạy lại, bấm Thanh toán. Sang được trang VNPAY có đúng số tiền là phần ký đã chạy.</a:t>
            </a:r>
          </a:p>
          <a:p>
            <a:endParaRPr lang="vi-VN"/>
          </a:p>
          <a:p>
            <a:r>
              <a:rPr lang="vi-VN" dirty="0"/>
              <a:t>Ai bị lỗi thì nhìn bảng bên phải, gần như chỉ có bốn lỗi này.</a:t>
            </a:r>
          </a:p>
          <a:p>
            <a:endParaRPr lang="vi-VN"/>
          </a:p>
          <a:p>
            <a:r>
              <a:rPr lang="vi-VN" b="1" dirty="0"/>
              <a:t>LÀM</a:t>
            </a:r>
          </a:p>
          <a:p>
            <a:r>
              <a:rPr lang="vi-VN" dirty="0"/>
              <a:t>Cho 3 phút, đi quanh lớp.</a:t>
            </a:r>
          </a:p>
          <a:p>
            <a:endParaRPr lang="vi-VN"/>
          </a:p>
          <a:p>
            <a:r>
              <a:rPr lang="vi-VN" b="1" dirty="0"/>
              <a:t>Hỏi: Sang được trang VNPAY nghĩa là xong chưa?</a:t>
            </a:r>
          </a:p>
          <a:p>
            <a:r>
              <a:rPr lang="vi-VN" dirty="0"/>
              <a:t>Đáp: Mới xong phần ký: TmnCode đúng, checksum đúng. Phần nhận kết quả chưa có.</a:t>
            </a:r>
          </a:p>
          <a:p>
            <a:endParaRPr lang="vi-VN"/>
          </a:p>
          <a:p>
            <a:r>
              <a:rPr lang="vi-VN" b="1" dirty="0"/>
              <a:t>Hỏi: Sai chữ ký mà không biết sai ở đâu?</a:t>
            </a:r>
          </a:p>
          <a:p>
            <a:r>
              <a:rPr lang="vi-VN" dirty="0"/>
              <a:t>Đáp: In chuỗi query ra trước khi hash, so từng ký tự với URL thật. Gần như luôn là quên encode hoặc HashSecret dính khoảng trắng.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Giờ quẹt thẻ test. Trả xong quay về trang kết quả sẽ thấy PAID.</a:t>
            </a:r>
          </a:p>
          <a:p>
            <a:endParaRPr lang="vi-VN"/>
          </a:p>
          <a:p>
            <a:r>
              <a:rPr lang="vi-VN" dirty="0"/>
              <a:t>Nhưng nhìn log: dòng đó ghi querydr, không phải IPN. Trang kết quả hỏi server, server thấy đơn còn PENDING nên gọi querydr hỏi VNPAY. Hàm này viết sẵn trong file.</a:t>
            </a:r>
          </a:p>
          <a:p>
            <a:endParaRPr lang="vi-VN"/>
          </a:p>
          <a:p>
            <a:r>
              <a:rPr lang="vi-VN" dirty="0"/>
              <a:t>IPN thì chưa về, vì VNPAY không gọi được vào localhost của mình.</a:t>
            </a:r>
          </a:p>
          <a:p>
            <a:endParaRPr lang="vi-VN"/>
          </a:p>
          <a:p>
            <a:r>
              <a:rPr lang="vi-VN" b="1" dirty="0"/>
              <a:t>LÀM</a:t>
            </a:r>
          </a:p>
          <a:p>
            <a:r>
              <a:rPr lang="vi-VN" dirty="0"/>
              <a:t>Cho cả lớp quẹt thẻ. Chỉ vào dòng log querydr.</a:t>
            </a:r>
          </a:p>
          <a:p>
            <a:endParaRPr lang="vi-VN"/>
          </a:p>
          <a:p>
            <a:r>
              <a:rPr lang="vi-VN" b="1" dirty="0"/>
              <a:t>Hỏi: Đã PAID rồi thì cần IPN làm gì nữa?</a:t>
            </a:r>
          </a:p>
          <a:p>
            <a:r>
              <a:rPr lang="vi-VN" dirty="0"/>
              <a:t>Đáp: querydr chỉ chạy khi có người mở trang kết quả. Khách trả xong tắt tab là không ai hỏi, đơn kẹt PENDING. Slide sau nói tiếp.</a:t>
            </a:r>
          </a:p>
          <a:p>
            <a:endParaRPr lang="vi-VN"/>
          </a:p>
          <a:p>
            <a:r>
              <a:rPr lang="vi-VN" b="1" dirty="0"/>
              <a:t>Hỏi: Trang VNPAY báo thẻ không hợp lệ?</a:t>
            </a:r>
          </a:p>
          <a:p>
            <a:r>
              <a:rPr lang="vi-VN" dirty="0"/>
              <a:t>Đáp: Chọn đúng ngân hàng NCB. Ngày phát hành là 07/15, không phải ngày hết hạn.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Vì sao vẫn cần IPN? Vì querydr ở đây chỉ chạy khi có người mở trang kết quả. Khách trả tiền xong tắt tab là đơn kẹt PENDING dù tiền đã trừ.</a:t>
            </a:r>
          </a:p>
          <a:p>
            <a:endParaRPr lang="vi-VN"/>
          </a:p>
          <a:p>
            <a:r>
              <a:rPr lang="vi-VN" dirty="0"/>
              <a:t>IPN thì VNPAY tự gọi về ngay khi trả tiền, gọi hụt còn retry. Vấn đề là server mình ở localhost, VNPAY không với tới. ngrok giải quyết đúng chỗ đó: cấp một URL public trỏ về máy mình.</a:t>
            </a:r>
          </a:p>
          <a:p>
            <a:endParaRPr lang="vi-VN"/>
          </a:p>
          <a:p>
            <a:r>
              <a:rPr lang="vi-VN" b="1" dirty="0"/>
              <a:t>Hỏi: Có cách nào khác ngoài ngrok không?</a:t>
            </a:r>
          </a:p>
          <a:p>
            <a:r>
              <a:rPr lang="vi-VN" dirty="0"/>
              <a:t>Đáp: Deploy lên server có IP public, hoặc dùng Cloudflare Tunnel. Với đồ án thì ngrok nhanh nhất.</a:t>
            </a:r>
          </a:p>
          <a:p>
            <a:endParaRPr lang="vi-VN"/>
          </a:p>
          <a:p>
            <a:r>
              <a:rPr lang="vi-VN" b="1" dirty="0"/>
              <a:t>Hỏi: Máy mình có bị lộ ra internet không?</a:t>
            </a:r>
          </a:p>
          <a:p>
            <a:r>
              <a:rPr lang="vi-VN" dirty="0"/>
              <a:t>Đáp: Chỉ đúng port 8080 và chỉ trong lúc ngrok chạy. Tắt là hết.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Năm bước ngrok, đi lần lượt. Bước một là tài khoản, bấm đăng nhập Google là xong trong một phút.</a:t>
            </a:r>
          </a:p>
          <a:p>
            <a:endParaRPr lang="vi-VN"/>
          </a:p>
          <a:p>
            <a:r>
              <a:rPr lang="vi-VN" dirty="0"/>
              <a:t>Mỗi người tự đăng ký, không dùng chung.</a:t>
            </a:r>
          </a:p>
          <a:p>
            <a:endParaRPr lang="vi-VN"/>
          </a:p>
          <a:p>
            <a:r>
              <a:rPr lang="vi-VN" b="1" dirty="0"/>
              <a:t>Hỏi: Dùng chung một tài khoản ngrok được không?</a:t>
            </a:r>
          </a:p>
          <a:p>
            <a:r>
              <a:rPr lang="vi-VN" dirty="0"/>
              <a:t>Đáp: Không. Bản free chỉ cho một tunnel chạy cùng lúc, người thứ hai bật là người đầu bị ngắt.</a:t>
            </a:r>
          </a:p>
          <a:p>
            <a:endParaRPr lang="vi-VN"/>
          </a:p>
          <a:p>
            <a:r>
              <a:rPr lang="vi-VN" b="1" dirty="0"/>
              <a:t>Hỏi: Có tốn tiền không?</a:t>
            </a:r>
          </a:p>
          <a:p>
            <a:r>
              <a:rPr lang="vi-VN" dirty="0"/>
              <a:t>Đáp: Không. Bản free đủ dùng, chỉ khác là URL đổi mỗi lần chạy.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Bước hai là cài. Mac một lệnh brew, Linux một lệnh snap. Windows tải file zip, giải nén, bỏ ngrok.exe chung thư mục với ShopStart.java.</a:t>
            </a:r>
          </a:p>
          <a:p>
            <a:endParaRPr lang="vi-VN"/>
          </a:p>
          <a:p>
            <a:r>
              <a:rPr lang="vi-VN" dirty="0"/>
              <a:t>Trên Windows thì mọi lệnh ngrok gõ thành chấm gạch ngrok.exe.</a:t>
            </a:r>
          </a:p>
          <a:p>
            <a:endParaRPr lang="vi-VN"/>
          </a:p>
          <a:p>
            <a:r>
              <a:rPr lang="vi-VN" b="1" dirty="0"/>
              <a:t>LÀM</a:t>
            </a:r>
          </a:p>
          <a:p>
            <a:r>
              <a:rPr lang="vi-VN" dirty="0"/>
              <a:t>Chia lớp theo hệ điều hành, ai xong gõ ngrok version.</a:t>
            </a:r>
          </a:p>
          <a:p>
            <a:endParaRPr lang="vi-VN"/>
          </a:p>
          <a:p>
            <a:r>
              <a:rPr lang="vi-VN" b="1" dirty="0"/>
              <a:t>Hỏi: Gõ ngrok mà báo command not found?</a:t>
            </a:r>
          </a:p>
          <a:p>
            <a:r>
              <a:rPr lang="vi-VN" dirty="0"/>
              <a:t>Đáp: File chưa nằm trong PATH. Hoặc thêm vào PATH, hoặc cd vào đúng thư mục chứa nó rồi gọi .\ngrok.exe.</a:t>
            </a:r>
          </a:p>
          <a:p>
            <a:endParaRPr lang="vi-VN"/>
          </a:p>
          <a:p>
            <a:r>
              <a:rPr lang="vi-VN" b="1" dirty="0"/>
              <a:t>Hỏi: Windows có cài bằng lệnh được không?</a:t>
            </a:r>
          </a:p>
          <a:p>
            <a:r>
              <a:rPr lang="vi-VN" dirty="0"/>
              <a:t>Đáp: Được, winget install ngrok.ngrok hoặc choco install ngrok. Tải zip là cách ít lỗi nhất.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Bước ba là chỗ tắc nhiều nhất. Không có authtoken thì ngrok không chạy.</a:t>
            </a:r>
          </a:p>
          <a:p>
            <a:endParaRPr lang="vi-VN"/>
          </a:p>
          <a:p>
            <a:r>
              <a:rPr lang="vi-VN" dirty="0"/>
              <a:t>Vào trang your-authtoken, khung Command line có sẵn cả dòng lệnh kèm token. Copy, dán vào terminal, Enter. Gõ ngrok config check ra Valid là xong.</a:t>
            </a:r>
          </a:p>
          <a:p>
            <a:endParaRPr lang="vi-VN"/>
          </a:p>
          <a:p>
            <a:r>
              <a:rPr lang="vi-VN" b="1" dirty="0"/>
              <a:t>LÀM</a:t>
            </a:r>
          </a:p>
          <a:p>
            <a:r>
              <a:rPr lang="vi-VN" dirty="0"/>
              <a:t>Đi kiểm tra từng người bằng ngrok config check.</a:t>
            </a:r>
          </a:p>
          <a:p>
            <a:endParaRPr lang="vi-VN"/>
          </a:p>
          <a:p>
            <a:r>
              <a:rPr lang="vi-VN" b="1" dirty="0"/>
              <a:t>Hỏi: Có phải gắn lại mỗi lần chạy không?</a:t>
            </a:r>
          </a:p>
          <a:p>
            <a:r>
              <a:rPr lang="vi-VN" dirty="0"/>
              <a:t>Đáp: Không. Token lưu trong file ngrok.yml, gắn một lần là xong.</a:t>
            </a:r>
          </a:p>
          <a:p>
            <a:endParaRPr lang="vi-VN"/>
          </a:p>
          <a:p>
            <a:r>
              <a:rPr lang="vi-VN" b="1" dirty="0"/>
              <a:t>Hỏi: Báo no such file nghĩa là gì?</a:t>
            </a:r>
          </a:p>
          <a:p>
            <a:r>
              <a:rPr lang="vi-VN" dirty="0"/>
              <a:t>Đáp: Chưa có file cấu hình, tức là lệnh add-authtoken chưa chạy thành công. Copy lại dòng lệnh từ dashboard.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Bước bốn: ngrok http 8080. Dòng Forwarding có URL https, đó là địa chỉ public của máy mình lúc này.</a:t>
            </a:r>
          </a:p>
          <a:p>
            <a:endParaRPr lang="vi-VN"/>
          </a:p>
          <a:p>
            <a:r>
              <a:rPr lang="vi-VN" dirty="0"/>
              <a:t>Cửa sổ này để yên. Mở thêm terminal thứ hai để chạy Java.</a:t>
            </a:r>
          </a:p>
          <a:p>
            <a:endParaRPr lang="vi-VN"/>
          </a:p>
          <a:p>
            <a:r>
              <a:rPr lang="vi-VN" b="1" dirty="0"/>
              <a:t>LÀM</a:t>
            </a:r>
          </a:p>
          <a:p>
            <a:r>
              <a:rPr lang="vi-VN" dirty="0"/>
              <a:t>Nhắc mở terminal thứ hai trong VSCode bằng dấu cộng.</a:t>
            </a:r>
          </a:p>
          <a:p>
            <a:endParaRPr lang="vi-VN"/>
          </a:p>
          <a:p>
            <a:r>
              <a:rPr lang="vi-VN" b="1" dirty="0"/>
              <a:t>Hỏi: Đóng cửa sổ ngrok thì sao?</a:t>
            </a:r>
          </a:p>
          <a:p>
            <a:r>
              <a:rPr lang="vi-VN" dirty="0"/>
              <a:t>Đáp: URL chết ngay. Mở lại ra URL khác và phải khai lại vào portal.</a:t>
            </a:r>
          </a:p>
          <a:p>
            <a:endParaRPr lang="vi-VN"/>
          </a:p>
          <a:p>
            <a:r>
              <a:rPr lang="vi-VN" b="1" dirty="0"/>
              <a:t>Hỏi: Trang cảnh báo của ngrok có chặn IPN không?</a:t>
            </a:r>
          </a:p>
          <a:p>
            <a:r>
              <a:rPr lang="vi-VN" dirty="0"/>
              <a:t>Đáp: Không. Trang đó chỉ hiện cho browser. VNPAY gọi IPN từ server nên đi thẳng.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Bước cuối. Vào portal VNPAY khai hai URL: URL trả về đuôi vnpay/return, URL IPN đuôi vnpay/ipn. Mỗi người dán URL ngrok của chính mình.</a:t>
            </a:r>
          </a:p>
          <a:p>
            <a:endParaRPr lang="vi-VN"/>
          </a:p>
          <a:p>
            <a:r>
              <a:rPr lang="vi-VN" dirty="0"/>
              <a:t>Rồi ở terminal Java: Ctrl C, set biến VNPAY_RETURN_URL, chạy lại. Mac dùng export, Windows PowerShell dùng dollar env.</a:t>
            </a:r>
          </a:p>
          <a:p>
            <a:endParaRPr lang="vi-VN"/>
          </a:p>
          <a:p>
            <a:r>
              <a:rPr lang="vi-VN" b="1" dirty="0"/>
              <a:t>LÀM</a:t>
            </a:r>
          </a:p>
          <a:p>
            <a:r>
              <a:rPr lang="vi-VN" dirty="0"/>
              <a:t>Đi chậm. Kiểm tra log khởi động có dòng ReturnUrl https://...</a:t>
            </a:r>
          </a:p>
          <a:p>
            <a:endParaRPr lang="vi-VN"/>
          </a:p>
          <a:p>
            <a:r>
              <a:rPr lang="vi-VN" b="1" dirty="0"/>
              <a:t>Hỏi: Set biến xong mà không chạy lại Java được không?</a:t>
            </a:r>
          </a:p>
          <a:p>
            <a:r>
              <a:rPr lang="vi-VN" dirty="0"/>
              <a:t>Đáp: Không. RETURN_URL đọc lúc khởi động, app đang chạy vẫn giữ giá trị cũ.</a:t>
            </a:r>
          </a:p>
          <a:p>
            <a:endParaRPr lang="vi-VN"/>
          </a:p>
          <a:p>
            <a:r>
              <a:rPr lang="vi-VN" b="1" dirty="0"/>
              <a:t>Hỏi: Portal báo lỗi, không lưu được URL IPN?</a:t>
            </a:r>
          </a:p>
          <a:p>
            <a:r>
              <a:rPr lang="vi-VN" dirty="0"/>
              <a:t>Đáp: Portal sandbox thỉnh thoảng lỗi vậy. Vẫn làm tiếp được, đơn chốt bằng querydr như lúc nãy.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TODO cuối, xử lý IPN. Đọc từ trên xuống là năm nhánh, mỗi nhánh một mã trả về: sai chữ ký 97, không có đơn 01, sai số tiền 04, đơn xử lý rồi 02, còn lại ghi status và trả 00.</a:t>
            </a:r>
          </a:p>
          <a:p>
            <a:endParaRPr lang="vi-VN"/>
          </a:p>
          <a:p>
            <a:r>
              <a:rPr lang="vi-VN" dirty="0"/>
              <a:t>Thanh toán thành công khi cả ResponseCode và TransactionStatus đều là 00.</a:t>
            </a:r>
          </a:p>
          <a:p>
            <a:endParaRPr lang="vi-VN"/>
          </a:p>
          <a:p>
            <a:r>
              <a:rPr lang="vi-VN" b="1" dirty="0"/>
              <a:t>LÀM</a:t>
            </a:r>
          </a:p>
          <a:p>
            <a:r>
              <a:rPr lang="vi-VN" dirty="0"/>
              <a:t>Đọc to năm mã trước khi gõ. Gõ xong Ctrl C, chạy lại Java, nhớ giữ biến VNPAY_RETURN_URL.</a:t>
            </a:r>
          </a:p>
          <a:p>
            <a:endParaRPr lang="vi-VN"/>
          </a:p>
          <a:p>
            <a:r>
              <a:rPr lang="vi-VN" b="1" dirty="0"/>
              <a:t>Hỏi: Bỏ nhánh 02 thì chuyện gì xảy ra?</a:t>
            </a:r>
          </a:p>
          <a:p>
            <a:r>
              <a:rPr lang="vi-VN" dirty="0"/>
              <a:t>Đáp: VNPAY retry nhiều lần, đơn bị ghi nhận nhiều lần. Hệ thống thật là cộng tiền cho khách nhiều lần.</a:t>
            </a:r>
          </a:p>
          <a:p>
            <a:endParaRPr lang="vi-VN"/>
          </a:p>
          <a:p>
            <a:r>
              <a:rPr lang="vi-VN" b="1" dirty="0"/>
              <a:t>Hỏi: Sao phải so lại số tiền, VNPAY gửi là đúng rồi mà?</a:t>
            </a:r>
          </a:p>
          <a:p>
            <a:r>
              <a:rPr lang="vi-VN" dirty="0"/>
              <a:t>Đáp: Lớp bảo vệ cuối. Số tiền không khớp đơn trong DB là có chuyện, không ghi PAID.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Điểm dừng cuối. Quẹt thẻ một lần nữa. Lần này log phải có dòng IPN, nghĩa là VNPAY đã tự gọi về server qua ngrok.</a:t>
            </a:r>
          </a:p>
          <a:p>
            <a:endParaRPr lang="vi-VN"/>
          </a:p>
          <a:p>
            <a:r>
              <a:rPr lang="vi-VN" dirty="0"/>
              <a:t>Muốn thấy request IPN tận mắt thì mở 127.0.0.1:4040, đó là bảng theo dõi của ngrok.</a:t>
            </a:r>
          </a:p>
          <a:p>
            <a:endParaRPr lang="vi-VN"/>
          </a:p>
          <a:p>
            <a:r>
              <a:rPr lang="vi-VN" b="1" dirty="0"/>
              <a:t>LÀM</a:t>
            </a:r>
          </a:p>
          <a:p>
            <a:r>
              <a:rPr lang="vi-VN" dirty="0"/>
              <a:t>Mở sẵn terminal để chỉ vào dòng log IPN.</a:t>
            </a:r>
          </a:p>
          <a:p>
            <a:endParaRPr lang="vi-VN"/>
          </a:p>
          <a:p>
            <a:r>
              <a:rPr lang="vi-VN" b="1" dirty="0"/>
              <a:t>Hỏi: Log ghi querydr trước rồi IPN tới sau thì sao?</a:t>
            </a:r>
          </a:p>
          <a:p>
            <a:r>
              <a:rPr lang="vi-VN" dirty="0"/>
              <a:t>Đáp: Vẫn đúng. IPN tới sau thấy đơn không còn PENDING nên trả 02, đơn không bị ghi hai lần.</a:t>
            </a:r>
          </a:p>
          <a:p>
            <a:endParaRPr lang="vi-VN"/>
          </a:p>
          <a:p>
            <a:r>
              <a:rPr lang="vi-VN" b="1" dirty="0"/>
              <a:t>Hỏi: Xong rồi thì trong đồ án làm gì tiếp?</a:t>
            </a:r>
          </a:p>
          <a:p>
            <a:r>
              <a:rPr lang="vi-VN" dirty="0"/>
              <a:t>Đáp: Ở chỗ ghi PAID, thêm việc của mình: trừ kho, gửi mail, mở khoá đơn hàng.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Hàm reconcile là cái đã chốt đơn ở kiểm tra 1. Mình không code nó hôm nay, chỉ cần biết nó có.</a:t>
            </a:r>
          </a:p>
          <a:p>
            <a:endParaRPr lang="vi-VN"/>
          </a:p>
          <a:p>
            <a:r>
              <a:rPr lang="vi-VN" dirty="0"/>
              <a:t>Chú ý một chỗ khác hẳn: chữ ký của querydr nối bằng dấu gạch đứng theo thứ tự cố định, không sort alphabet. Copy hàm ký của luồng pay sang đây là fail.</a:t>
            </a:r>
          </a:p>
          <a:p>
            <a:endParaRPr lang="vi-VN"/>
          </a:p>
          <a:p>
            <a:r>
              <a:rPr lang="vi-VN" b="1" dirty="0"/>
              <a:t>Hỏi: querydr thay hẳn IPN được không?</a:t>
            </a:r>
          </a:p>
          <a:p>
            <a:r>
              <a:rPr lang="vi-VN" dirty="0"/>
              <a:t>Đáp: Demo thì được. Thật thì IPN vẫn là chính vì nó tới ngay, querydr để đối soát và vá khi IPN thất lạc.</a:t>
            </a:r>
          </a:p>
          <a:p>
            <a:endParaRPr lang="vi-VN"/>
          </a:p>
          <a:p>
            <a:r>
              <a:rPr lang="vi-VN" b="1" dirty="0"/>
              <a:t>Hỏi: Đồ án nên gọi querydr lúc nào?</a:t>
            </a:r>
          </a:p>
          <a:p>
            <a:r>
              <a:rPr lang="vi-VN" dirty="0"/>
              <a:t>Đáp: Một job chạy định kỳ, quét đơn PENDING quá 15 phút rồi hỏi VNPAY.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Slide này để mở trong lúc mọi người tự sửa lỗi, không cần đọc hết.</a:t>
            </a:r>
          </a:p>
          <a:p>
            <a:endParaRPr lang="vi-VN"/>
          </a:p>
          <a:p>
            <a:r>
              <a:rPr lang="vi-VN" b="1" dirty="0"/>
              <a:t>Hỏi: Làm sao biết IPN có về hay không?</a:t>
            </a:r>
          </a:p>
          <a:p>
            <a:r>
              <a:rPr lang="vi-VN" dirty="0"/>
              <a:t>Đáp: Nhìn log terminal chạy Java. Hoặc mở 127.0.0.1:4040 xem mọi request đi vào.</a:t>
            </a:r>
          </a:p>
          <a:p>
            <a:endParaRPr lang="vi-VN"/>
          </a:p>
          <a:p>
            <a:r>
              <a:rPr lang="vi-VN" b="1" dirty="0"/>
              <a:t>Hỏi: Sửa index.html có phải chạy lại Java không?</a:t>
            </a:r>
          </a:p>
          <a:p>
            <a:r>
              <a:rPr lang="vi-VN" dirty="0"/>
              <a:t>Đáp: Không. Server đọc file mỗi lần load, bấm F5 là thấy.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Sáu điều này đúng cho mọi đồ án có thanh toán. Đáng nhớ nhất là dòng đầu: status chỉ lấy từ kênh server gọi server.</a:t>
            </a:r>
          </a:p>
          <a:p>
            <a:endParaRPr lang="vi-VN"/>
          </a:p>
          <a:p>
            <a:r>
              <a:rPr lang="vi-VN" dirty="0"/>
              <a:t>Mang sang Spring Boot thì hai hàm ký bê nguyên, ORDERS đổi thành repository, HttpServer đổi thành RestController.</a:t>
            </a:r>
          </a:p>
          <a:p>
            <a:endParaRPr lang="vi-VN"/>
          </a:p>
          <a:p>
            <a:r>
              <a:rPr lang="vi-VN" b="1" dirty="0"/>
              <a:t>LÀM</a:t>
            </a:r>
          </a:p>
          <a:p>
            <a:r>
              <a:rPr lang="vi-VN" dirty="0"/>
              <a:t>Nhắc file đáp án ShopDone.java sẽ nằm trong Drive sau buổi.</a:t>
            </a:r>
          </a:p>
          <a:p>
            <a:endParaRPr lang="vi-VN"/>
          </a:p>
          <a:p>
            <a:r>
              <a:rPr lang="vi-VN" b="1" dirty="0"/>
              <a:t>Hỏi: Etc/GMT+7 sao lại lệch?</a:t>
            </a:r>
          </a:p>
          <a:p>
            <a:r>
              <a:rPr lang="vi-VN" dirty="0"/>
              <a:t>Đáp: Theo chuẩn POSIX, dấu trong tên Etc/GMT bị đảo. Etc/GMT+7 là UTC trừ 7. Code mẫu của VNPAY dính lỗi này.</a:t>
            </a:r>
          </a:p>
          <a:p>
            <a:endParaRPr lang="vi-VN"/>
          </a:p>
          <a:p>
            <a:r>
              <a:rPr lang="vi-VN" b="1" dirty="0"/>
              <a:t>Hỏi: Muốn thêm MoMo hay ZaloPay thì sao?</a:t>
            </a:r>
          </a:p>
          <a:p>
            <a:r>
              <a:rPr lang="vi-VN" dirty="0"/>
              <a:t>Đáp: Mỗi cổng một kiểu ký riêng. Bọc sau một interface PaymentGateway rồi viết từng bản cài đặt.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b="1" dirty="0"/>
              <a:t>NÓI</a:t>
            </a:r>
          </a:p>
          <a:p>
            <a:r>
              <a:rPr lang="vi-VN" dirty="0"/>
              <a:t>Phần code đến đây là hết. Ai còn kẹt chỗ nào thì hỏi, hoặc mở ShopDone.java trong Drive để so.</a:t>
            </a:r>
          </a:p>
          <a:p>
            <a:endParaRPr lang="vi-VN"/>
          </a:p>
          <a:p>
            <a:r>
              <a:rPr lang="vi-VN" dirty="0"/>
              <a:t>Câu hay gặp, chuẩn bị sẵn:</a:t>
            </a:r>
          </a:p>
          <a:p>
            <a:endParaRPr lang="vi-VN"/>
          </a:p>
          <a:p>
            <a:r>
              <a:rPr lang="vi-VN" b="1" dirty="0"/>
              <a:t>Hỏi: Đưa lên production cần đổi gì?</a:t>
            </a:r>
          </a:p>
          <a:p>
            <a:r>
              <a:rPr lang="vi-VN" dirty="0"/>
              <a:t>Đáp: Đổi PAY_URL và API_URL sang domain thật, dùng TmnCode và HashSecret do VNPAY cấp sau khi ký hợp đồng. Code giữ nguyên.</a:t>
            </a:r>
          </a:p>
          <a:p>
            <a:endParaRPr lang="vi-VN"/>
          </a:p>
          <a:p>
            <a:r>
              <a:rPr lang="vi-VN" b="1" dirty="0"/>
              <a:t>Hỏi: Hoàn tiền làm sao?</a:t>
            </a:r>
          </a:p>
          <a:p>
            <a:r>
              <a:rPr lang="vi-VN" dirty="0"/>
              <a:t>Đáp: Qua API refund của VNPAY, cũng ký bằng hashData nối dấu gạch đứng như querydr.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minhdang_work/vnpay-seminar/slides-html/render/01-mo-da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minhdang_work/vnpay-seminar/slides-html/render/02-ket-qua.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minhdang_work/vnpay-seminar/slides-html/render/03-luong.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minhdang_work/vnpay-seminar/slides-html/render/04-chay-th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minhdang_work/vnpay-seminar/slides-html/render/05-todo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minhdang_work/vnpay-seminar/slides-html/render/06-chu-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minhdang_work/vnpay-seminar/slides-html/render/07-todo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minhdang_work/vnpay-seminar/slides-html/render/08-todo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minhdang_work/vnpay-seminar/slides-html/render/09-todo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minhdang_work/vnpay-seminar/slides-html/render/10-todo5-tham-s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minhdang_work/vnpay-seminar/slides-html/render/11-todo5-k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minhdang_work/vnpay-seminar/slides-html/render/12-kiem-tra-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minhdang_work/vnpay-seminar/slides-html/render/13-the-tes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minhdang_work/vnpay-seminar/slides-html/render/14-ngrok-vi-sao.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sers/minhdang_work/vnpay-seminar/slides-html/render/15-ngrok-b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Users/minhdang_work/vnpay-seminar/slides-html/render/16-ngrok-b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minhdang_work/vnpay-seminar/slides-html/render/17-ngrok-b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minhdang_work/vnpay-seminar/slides-html/render/18-ngrok-b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Users/minhdang_work/vnpay-seminar/slides-html/render/19-ngrok-b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Users/minhdang_work/vnpay-seminar/slides-html/render/20-todo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sers/minhdang_work/vnpay-seminar/slides-html/render/21-kiem-tra-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Users/minhdang_work/vnpay-seminar/slides-html/render/22-querydr.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Users/minhdang_work/vnpay-seminar/slides-html/render/23-loi.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Users/minhdang_work/vnpay-seminar/slides-html/render/24-tong-ke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Users/minhdang_work/vnpay-seminar/slides-html/render/25-hoi-dap.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VNPAY Sandbox, Spring Boot</dc:title>
  <dc:subject>PptxGenJS Presentation</dc:subject>
  <dc:creator>DangLe</dc:creator>
  <cp:lastModifiedBy>DangLe</cp:lastModifiedBy>
  <cp:revision>1</cp:revision>
  <dcterms:created xsi:type="dcterms:W3CDTF">2026-10-05T13:18:18Z</dcterms:created>
  <dcterms:modified xsi:type="dcterms:W3CDTF">2026-10-05T13:18:18Z</dcterms:modified>
</cp:coreProperties>
</file>