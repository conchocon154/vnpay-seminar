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Kết quả cuối buổi: một file ShopStart.java chạy được, sinh URL thanh toán, nhận IPN, chốt trạng thái đơn.</a:t>
            </a:r>
          </a:p>
          <a:p>
            <a:r>
              <a:t>Hỏi ai đã chạy thử file xuất phát chưa.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Nhấn: trạng thái đơn chỉ ghi ở hai chỗ, IPN và nhánh querydr. ReturnURL không ghi gì.</a:t>
            </a:r>
          </a:p>
          <a:p>
            <a:r>
              <a:t>Nếu lớp hỏi vì sao, trả lời: ReturnURL chạy qua trình duyệt của khách, tham số sửa được.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Kiểm tra nhanh: ai chưa có TmnCode và HashSecret thì ngồi cùng bạn bên cạnh.</a:t>
            </a:r>
          </a:p>
          <a:p>
            <a:r>
              <a:t>Ai chưa gắn authtoken ngrok thì xử lý ngay lúc này, bước 7 sẽ cần.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Chỉ vào ZoneId. Etc/GMT+7 là UTC trừ 7, giao dịch hết hạn ngay khi tạo.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hex chữ thường. Nếu ai dùng %02X thì chữ ký không khớp.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điểm: TreeMap để sort, bỏ tham số rỗng, encode phần giá trị.</a:t>
            </a:r>
          </a:p>
          <a:p>
            <a:r>
              <a:t>Đây là nơi phát sinh phần lớn lỗi sai chữ ký.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hai dòng remove. Servlet đã decode nên phải encode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Viết lên bảng: 25.000đ thành 2500000.</a:t>
            </a:r>
          </a:p>
          <a:p>
            <a:r>
              <a:t>vnp_TxnRef trùng trong 24h thì VNPAY từ chối.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Nhắc: HashSecret chỉ nằm trên server. JavaScript chỉ nhận paymentUrl.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 lớp 3 phút chạy thử. Đi quanh xem ai kẹt.</a:t>
            </a:r>
          </a:p>
          <a:p>
            <a:r>
              <a:t>Quá nửa lớp chưa qua được thì gửi bản làm xong rồi đi tiếp.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Cả lớp mở ngrok ngay lúc này vì id đổi mỗi lần chạy.</a:t>
            </a:r>
          </a:p>
          <a:p>
            <a:r>
              <a:t>Sau khi khai URL nhớ export lại VNPAY_RETURN_URL rồi chạy lại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Đọc to năm mã: 97, 01, 04, 02, 00.</a:t>
            </a:r>
          </a:p>
          <a:p>
            <a:r>
              <a:t>Hỏi lớp: nếu bỏ nhánh 02 thì chuyện gì xảy ra khi VNPAY gọi lại lần hai?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Nhấn: hash của querydr nối bằng dấu gạch đứng, không sort alphabet. Dùng nhầm buildQueryString ở đây là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sẵn terminal để chỉ vào dòng log.</a:t>
            </a:r>
          </a:p>
          <a:p>
            <a:r>
              <a:t>Mạng hỏng thì chạy demo-local.sh, tự ký IPN, không cần internet.</a:t>
            </a:r>
          </a:p>
          <a:p/>
          <a:p>
            <a:r>
              <a:t>Bốn câu hay bị hỏi:</a:t>
            </a:r>
          </a:p>
          <a:p>
            <a:r>
              <a:t>1. IPN không về thì sao? Job quét đơn PENDING quá hạn rồi gọi querydr.</a:t>
            </a:r>
          </a:p>
          <a:p>
            <a:r>
              <a:t>2. Sao phải ngrok? Cần địa chỉ công khai để VNPAY gọi vào.</a:t>
            </a:r>
          </a:p>
          <a:p>
            <a:r>
              <a:t>3. Sai chữ ký? In hashData ra so từng ký tự, thường là quên encode.</a:t>
            </a:r>
          </a:p>
          <a:p>
            <a:r>
              <a:t>4. Chưa có thẻ? Phần ký và verify có unit test chạy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600200"/>
            <a:ext cx="108749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200" b="1">
                <a:solidFill>
                  <a:srgbClr val="0066FF"/>
                </a:solidFill>
                <a:latin typeface="Be Vietnam Pro"/>
              </a:rPr>
              <a:t>VNPAY SANDBOX · SPRING BOOT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3400" b="1">
                <a:solidFill>
                  <a:srgbClr val="111111"/>
                </a:solidFill>
                <a:latin typeface="Be Vietnam Pro"/>
              </a:rPr>
              <a:t>Kết quả: ShopStart.java xử lý trọn luồng thanh toán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3F454D"/>
                </a:solidFill>
                <a:latin typeface="Be Vietnam Pro"/>
              </a:rPr>
              <a:t>Chín bước code, hai lần kiểm tra. JDK 17, không Maven, không thư viện ngoài.</a:t>
            </a:r>
          </a:p>
        </p:txBody>
      </p:sp>
      <p:pic>
        <p:nvPicPr>
          <p:cNvPr id="3" name="Picture 2" descr="cua-ha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8141" y="3611880"/>
            <a:ext cx="3495413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KIẾN TRÚC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Bốn endpoint và bốn luồng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58368" y="1719072"/>
          <a:ext cx="10874957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2935"/>
                <a:gridCol w="2136152"/>
                <a:gridCol w="582587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Endpoint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Ai gọi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Nhiệm vụ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POST /api/payments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Trình duyệt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Tạo đơn PENDING, ký tham số, trả paymentUrl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GET /vnpay/ipn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Server VNPAY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Verify chữ ký, cập nhật trạng thái đơn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GET /vnpay/return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Trình duyệt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Verify chữ ký, redirect sang trang kết quả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GET /api/orders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Trình duyệt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Trả trạng thái đơn, gọi querydr nếu còn PENDING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" y="3675888"/>
            <a:ext cx="10874959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0">
                <a:solidFill>
                  <a:srgbClr val="3F454D"/>
                </a:solidFill>
                <a:latin typeface="Be Vietnam Pro"/>
              </a:rPr>
              <a:t>Trạng thái đơn chỉ được ghi ở /vnpay/ipn và ở nhánh querydr trong /api/orders. Hai chỗ đó đều xác thực chữ ký trước khi ghi.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CHUẨN BỊ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JDK 17, TmnCode, HashSecret, ngrok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58368" y="1719072"/>
          <a:ext cx="10874958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4544"/>
                <a:gridCol w="5049088"/>
                <a:gridCol w="3301326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Thành phần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Cách lấy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Kiểm tra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JDK 17+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adoptium.net hoặc brew install openjdk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java -version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TmnCode, HashSecret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sandbox.vnpayment.vn/devreg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Email trả về 8 và 32 ký tự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ngrok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brew install --cask ngrok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ngrok config check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File nguồn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ShopStart.java trong thư mục Drive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java ShopStart.java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58368" y="3675888"/>
            <a:ext cx="10874959" cy="725170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export VNPAY_TMN_CODE=xxxxxxxx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export VNPAY_HASH_SECRET=xxxxxxxxxxxxxxxx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BƯỚC 1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Khai báo cấu hình từ biến môi trường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719072"/>
            <a:ext cx="108749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Roboto Mono"/>
              </a:rPr>
              <a:t>ShopStart.java · TODO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56816"/>
            <a:ext cx="10874959" cy="2303145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final String TMN_CODE    = env("VNPAY_TMN_CODE", "CHANGE_ME");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final String HASH_SECRET = env("VNPAY_HASH_SECRET", "CHANGE_ME");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final String RETURN_URL  = env("VNPAY_RETURN_URL",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                              "http://localhost:8080/vnpay/return");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final String PAY_URL = "https://sandbox.vnpayment.vn/paymentv2/vpcpay.html";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final String API_URL = "https://sandbox.vnpayment.vn/merchant_webapi/api/transaction";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final ZoneId VN_ZONE = ZoneId.of("Asia/Ho_Chi_Minh");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final DateTimeFormatter VNP_TIME = DateTimeFormatter.ofPattern("yyyyMMddHHmmss");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42841"/>
            <a:ext cx="10874959" cy="9989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4497705"/>
            <a:ext cx="40640" cy="889252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4561713"/>
            <a:ext cx="10417759" cy="761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>
                <a:solidFill>
                  <a:srgbClr val="0066FF"/>
                </a:solidFill>
                <a:latin typeface="Be Vietnam Pro"/>
              </a:rPr>
              <a:t>Ràng buộc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3F454D"/>
                </a:solidFill>
                <a:latin typeface="Be Vietnam Pro"/>
              </a:rPr>
              <a:t>Etc/GMT+7 theo chuẩn POSIX là UTC trừ 7, lệch 14 tiếng so với giờ Việt Nam. vnp_CreateDate và vnp_ExpireDate sinh từ ZoneId Asia/Ho_Chi_Minh.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BƯỚC 2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Hàm hmacSHA512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719072"/>
            <a:ext cx="108749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Roboto Mono"/>
              </a:rPr>
              <a:t>ShopStart.java · TODO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56816"/>
            <a:ext cx="10874959" cy="3204845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String hmacSHA512(String secretKey, String data) {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try {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Mac mac = Mac.getInstance("HmacSHA512");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mac.init(new SecretKeySpec(secretKey.getBytes(UTF_8), "HmacSHA512"));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byte[] bytes = mac.doFinal(data.getBytes(UTF_8));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StringBuilder hex = new StringBuilder(bytes.length * 2);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for (byte b : bytes) hex.append(String.format("%02x", b));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return hex.toString();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} catch (Exception e) {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throw new IllegalStateException("HMAC-SHA512", e);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}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44541"/>
            <a:ext cx="10874959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0">
                <a:solidFill>
                  <a:srgbClr val="3F454D"/>
                </a:solidFill>
                <a:latin typeface="Be Vietnam Pro"/>
              </a:rPr>
              <a:t>Đầu ra là chuỗi hex 128 ký tự, chữ thường. VNPAY so sánh chuỗi nên hoa thường khác nhau.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BƯỚC 3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Hàm buildQueryString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719072"/>
            <a:ext cx="108749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Roboto Mono"/>
              </a:rPr>
              <a:t>ShopStart.java · TODO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56816"/>
            <a:ext cx="10874959" cy="2979420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String buildQueryString(Map&lt;String, String&gt; params) {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StringBuilder sb = new StringBuilder();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for (var e : new TreeMap&lt;&gt;(params).entrySet()) {      // sort theo alphabet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if (e.getValue() == null || e.getValue().isEmpty()) continue;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if (sb.length() &gt; 0) sb.append('&amp;');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sb.append(URLEncoder.encode(e.getKey(), US_ASCII)).append('=')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  .append(URLEncoder.encode(e.getValue(), US_ASCII));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}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return sb.toString();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119116"/>
            <a:ext cx="5336895" cy="119100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265420"/>
            <a:ext cx="4934559" cy="916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11111"/>
                </a:solidFill>
                <a:latin typeface="Be Vietnam Pro"/>
              </a:rPr>
              <a:t>Đầu ra dùng hai nơi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3F454D"/>
                </a:solidFill>
                <a:latin typeface="Be Vietnam Pro"/>
              </a:rPr>
              <a:t>Chuỗi này vừa là hashData đem băm, vừa là query string gắn vào URL.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5119116"/>
            <a:ext cx="5336895" cy="119100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7599" y="5265420"/>
            <a:ext cx="4934559" cy="916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11111"/>
                </a:solidFill>
                <a:latin typeface="Be Vietnam Pro"/>
              </a:rPr>
              <a:t>Điều kiện để chữ ký khớp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>
                <a:solidFill>
                  <a:srgbClr val="3F454D"/>
                </a:solidFill>
                <a:latin typeface="Be Vietnam Pro"/>
              </a:rPr>
              <a:t>Tham số rỗng bị loại. Phần giá trị phải URL-encode, tên tham số thì không bắt buộc.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BƯỚC 4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Hàm isValidSignature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719072"/>
            <a:ext cx="108749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Roboto Mono"/>
              </a:rPr>
              <a:t>ShopStart.java · TODO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56816"/>
            <a:ext cx="10874959" cy="2753995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static boolean isValidSignature(Map&lt;String, String&gt; params) {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String received = params.get("vnp_SecureHash");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if (received == null || received.isBlank()) return false;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Map&lt;String, String&gt; clone = new TreeMap&lt;&gt;(params);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clone.remove("vnp_SecureHash");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clone.remove("vnp_SecureHashType");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String expected = hmacSHA512(HASH_SECRET, buildQueryString(clone));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return constantTimeEquals(expected, received);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93691"/>
            <a:ext cx="10874959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0">
                <a:solidFill>
                  <a:srgbClr val="3F454D"/>
                </a:solidFill>
                <a:latin typeface="Be Vietnam Pro"/>
              </a:rPr>
              <a:t>Servlet trả về tham số đã URL-decode, nên buildQueryString phải encode lại trước khi băm.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BƯỚC 5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Hàm createPayment và bảng tham số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58368" y="1719072"/>
          <a:ext cx="10874957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739"/>
                <a:gridCol w="3495522"/>
                <a:gridCol w="4660696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Tham số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Giá trị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Ràng buộc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vnp_Version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2.1.0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Cố định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vnp_Amount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amount * 100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Số nguyên, đơn vị nhân 100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vnp_TxnRef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yyyyMMddHHmmss + 6 số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Duy nhất trong 24h theo TmnCode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vnp_CreateDate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now(VN_ZONE)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Định dạng yyyyMMddHHmmss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vnp_ExpireDate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now + 15 phút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Quá hạn thì VNPAY từ chối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" y="4023360"/>
            <a:ext cx="108749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Roboto Mono"/>
              </a:rPr>
              <a:t>ShopStart.java · TODO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261104"/>
            <a:ext cx="10874959" cy="725170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String query = buildQueryString(p);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String url = PAY_URL + "?" + query + "&amp;vnp_SecureHash=" + hmacSHA512(HASH_SECRET, query);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BƯỚC 6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Endpoint POST /api/payments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719072"/>
            <a:ext cx="108749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Roboto Mono"/>
              </a:rPr>
              <a:t>ShopStart.java · TODO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56816"/>
            <a:ext cx="10874959" cy="2528570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server.createContext("/api/payments", ex -&gt; {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Map&lt;String, String&gt; form = parseQuery(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    new String(ex.getRequestBody().readAllBytes(), UTF_8));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long amount = Long.parseLong(form.getOrDefault("amount", "0"));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String info = form.getOrDefault("orderInfo", "Thanh toan don hang");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send(ex, 200, "application/json",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 createPayment(amount, info, form.get("bankCode"), "127.0.0.1"));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});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668266"/>
            <a:ext cx="10874959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0">
                <a:solidFill>
                  <a:srgbClr val="3F454D"/>
                </a:solidFill>
                <a:latin typeface="Be Vietnam Pro"/>
              </a:rPr>
              <a:t>Trình duyệt nhận paymentUrl rồi gán vào window.location.href. HashSecret không rời khỏi server.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KIỂM TRA 1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Sinh URL và mở trang VNPAY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719072"/>
            <a:ext cx="10874959" cy="1176020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java ShopStart.java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curl -X POST localhost:8080/api/payments \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--data-urlencode "amount=25000" --data-urlencode "bankCode=NCB"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3077972"/>
          <a:ext cx="10874958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3913"/>
                <a:gridCol w="699104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Kết quả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Nguyên nhân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Hiện form nhập thẻ NCB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Chữ ký hợp lệ, sang bước 7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Chữ ký không hợp lệ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Sai HASH_SECRET, hoặc thiếu URL-encode ở bước 3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Website không tồn tại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Be Vietnam Pro"/>
                        </a:rPr>
                        <a:t>Sai TMN_CODE, hoặc vnp_ReturnUrl khác domain đã khai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58368" y="4687316"/>
            <a:ext cx="10874959" cy="1371600"/>
          </a:xfrm>
          <a:prstGeom prst="roundRect">
            <a:avLst>
              <a:gd name="adj" fmla="val 2000"/>
            </a:avLst>
          </a:prstGeom>
          <a:solidFill>
            <a:srgbClr val="EFF2F6"/>
          </a:solidFill>
          <a:ln w="12700">
            <a:solidFill>
              <a:srgbClr val="C3CBD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Be Vietnam Pro"/>
              </a:rPr>
              <a:t>Ảnh chụp trang nhập thẻ NCB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BƯỚC 7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Mở ngrok và khai hai URL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719072"/>
            <a:ext cx="10874959" cy="950595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ngrok http 8080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Forwarding   https://a1b2-42-115-242-109.ngrok-free.app -&gt; http://localhost:8080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2852547"/>
          <a:ext cx="10874958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8109"/>
                <a:gridCol w="6796849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Trường trong merchant portal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Giá trị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URL trả về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https://&lt;id&gt;.ngrok-free.app/vnpay/return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URL nhận kết quả IPN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https://&lt;id&gt;.ngrok-free.app/vnpay/ipn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Biến môi trường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VNPAY_RETURN_URL=https://&lt;id&gt;.ngrok-free.app/vnpay/return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461891"/>
            <a:ext cx="10874959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0">
                <a:solidFill>
                  <a:srgbClr val="3F454D"/>
                </a:solidFill>
                <a:latin typeface="Be Vietnam Pro"/>
              </a:rPr>
              <a:t>Bản ngrok miễn phí cấp id mới mỗi lần chạy, phải khai lại hai URL trên.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BƯỚC 8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Handler IPN và năm mã trả về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719072"/>
            <a:ext cx="108749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Roboto Mono"/>
              </a:rPr>
              <a:t>ShopStart.java · TODO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56816"/>
            <a:ext cx="10874959" cy="3304032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if (!isValidSignature(params))               return rsp("97", "Invalid Checksum");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Order order = ORDERS.get(params.get("vnp_TxnRef"));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if (order == null)                           return rsp("01", "Order not Found");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if (vnpAmount != order.amount * 100)         return rsp("04", "Invalid Amount");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synchronized (order) {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    if (!"PENDING".equals(order.status))     return rsp("02", "Order already confirmed");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    boolean paid = "00".equals(params.get("vnp_ResponseCode"))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                &amp;&amp; "00".equals(params.get("vnp_TransactionStatus"));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    order.status = paid ? "PAID" : "FAILED";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}</a:t>
            </a:r>
          </a:p>
          <a:p>
            <a:pPr algn="l"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E6EDF7"/>
                </a:solidFill>
                <a:latin typeface="Roboto Mono"/>
              </a:rPr>
              <a:t>return rsp("00", "Confirm Success");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443728"/>
            <a:ext cx="10874959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0">
                <a:solidFill>
                  <a:srgbClr val="3F454D"/>
                </a:solidFill>
                <a:latin typeface="Be Vietnam Pro"/>
              </a:rPr>
              <a:t>VNPAY gửi lại IPN cho tới khi nhận RspCode 00. Nhánh 02 giữ cho đơn chỉ được ghi một lần.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BƯỚC 9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ReturnURL và đối soát querydr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719072"/>
            <a:ext cx="1087495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Roboto Mono"/>
              </a:rPr>
              <a:t>ShopStart.java · TODO 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56816"/>
            <a:ext cx="10874959" cy="950595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D8CA3"/>
                </a:solidFill>
                <a:latin typeface="Roboto Mono"/>
              </a:rPr>
              <a:t>// ReturnURL: verify chữ ký rồi redirect, không ghi trạng thái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boolean valid = isValidSignature(params);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return "/?txnRef=" + encode(txnRef) + "&amp;valid=" + valid;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090291"/>
            <a:ext cx="10874959" cy="1626870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D8CA3"/>
                </a:solidFill>
                <a:latin typeface="Roboto Mono"/>
              </a:rPr>
              <a:t>// querydr: hash nối bằng '|', không sort alphabet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String hashData = String.join("|", requestId, "2.1.0", "querydr", TMN_CODE,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        txnRef, transactionDate, createDate, ipAddr, orderInfo);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D8CA3"/>
                </a:solidFill>
                <a:latin typeface="Roboto Mono"/>
              </a:rPr>
              <a:t>// chỉ ghi PAID khi chữ ký response hợp lệ và số tiền khớp</a:t>
            </a:r>
          </a:p>
          <a:p>
            <a:pPr algn="l"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E6EDF7"/>
                </a:solidFill>
                <a:latin typeface="Roboto Mono"/>
              </a:rPr>
              <a:t>order.status = "00".equals(r.get("vnp_TransactionStatus")) ? "PAID" : "FAILED";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00041"/>
            <a:ext cx="10874959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0">
                <a:solidFill>
                  <a:srgbClr val="3F454D"/>
                </a:solidFill>
                <a:latin typeface="Be Vietnam Pro"/>
              </a:rPr>
              <a:t>Khai được IPN thì IPN ghi trạng thái. Không khai được thì /api/orders gọi querydr khi đơn còn PENDING.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150" b="1">
                <a:solidFill>
                  <a:srgbClr val="0066FF"/>
                </a:solidFill>
                <a:latin typeface="Be Vietnam Pro"/>
              </a:rPr>
              <a:t>KIỂM TRA 2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111111"/>
                </a:solidFill>
                <a:latin typeface="Be Vietnam Pro"/>
              </a:rPr>
              <a:t>Thẻ test và trạng thái PAID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58368" y="1719072"/>
          <a:ext cx="10874958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2935"/>
                <a:gridCol w="7962023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Trường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066FF"/>
                          </a:solidFill>
                          <a:latin typeface="Be Vietnam Pro"/>
                        </a:rPr>
                        <a:t>Giá trị</a:t>
                      </a:r>
                    </a:p>
                  </a:txBody>
                  <a:tcPr anchor="ctr" marL="128016">
                    <a:solidFill>
                      <a:srgbClr val="ECF2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Số thẻ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9704198526191432198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Tên chủ thẻ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NGUYEN VAN A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Ngày phát hành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07/15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11111"/>
                          </a:solidFill>
                          <a:latin typeface="Be Vietnam Pro"/>
                        </a:rPr>
                        <a:t>OTP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8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F454D"/>
                          </a:solidFill>
                          <a:latin typeface="Roboto Mono"/>
                        </a:rPr>
                        <a:t>123456</a:t>
                      </a:r>
                    </a:p>
                  </a:txBody>
                  <a:tcPr anchor="ctr" marL="12801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58368" y="3675888"/>
            <a:ext cx="10874959" cy="896490"/>
          </a:xfrm>
          <a:prstGeom prst="roundRect">
            <a:avLst>
              <a:gd name="adj" fmla="val 3500"/>
            </a:avLst>
          </a:prstGeom>
          <a:solidFill>
            <a:srgbClr val="0C1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37744" tIns="118872" rIns="146304" bIns="91440"/>
          <a:lstStyle/>
          <a:p>
            <a:pPr algn="l"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Roboto Mono"/>
              </a:rPr>
              <a:t>Chot bang querydr: txnRef=20260920125606777443 status=PAID transactionNo=15683165</a:t>
            </a:r>
          </a:p>
          <a:p>
            <a:pPr algn="l">
              <a:lnSpc>
                <a:spcPts val="1632"/>
              </a:lnSpc>
              <a:spcAft>
                <a:spcPts val="0"/>
              </a:spcAft>
            </a:pPr>
          </a:p>
          <a:p>
            <a:pPr algn="l"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E6EDF7"/>
                </a:solidFill>
                <a:latin typeface="Roboto Mono"/>
              </a:rPr>
              <a:t>{"txnRef":"20260920125606777443","amount":25000,"status":"PAID","transactionNo":"15683165","bankCode":"NCB"}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755258"/>
            <a:ext cx="2567863" cy="98755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883274"/>
            <a:ext cx="220210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2100" b="1">
                <a:solidFill>
                  <a:srgbClr val="0066FF"/>
                </a:solidFill>
                <a:latin typeface="Roboto Mono"/>
              </a:rPr>
              <a:t>9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Be Vietnam Pro"/>
              </a:rPr>
              <a:t>Bước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7399" y="4755258"/>
            <a:ext cx="2567863" cy="98755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0279" y="4883274"/>
            <a:ext cx="220210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2100" b="1">
                <a:solidFill>
                  <a:srgbClr val="0066FF"/>
                </a:solidFill>
                <a:latin typeface="Roboto Mono"/>
              </a:rPr>
              <a:t>6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Be Vietnam Pro"/>
              </a:rPr>
              <a:t>Hàm phải viết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6430" y="4755258"/>
            <a:ext cx="2567863" cy="98755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0" y="4883274"/>
            <a:ext cx="220210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2100" b="1">
                <a:solidFill>
                  <a:srgbClr val="0066FF"/>
                </a:solidFill>
                <a:latin typeface="Roboto Mono"/>
              </a:rPr>
              <a:t>4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Be Vietnam Pro"/>
              </a:rPr>
              <a:t>Endpoint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5461" y="4755258"/>
            <a:ext cx="2567863" cy="98755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8341" y="4883274"/>
            <a:ext cx="220210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2100" b="1">
                <a:solidFill>
                  <a:srgbClr val="0066FF"/>
                </a:solidFill>
                <a:latin typeface="Roboto Mono"/>
              </a:rPr>
              <a:t>0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Be Vietnam Pro"/>
              </a:rPr>
              <a:t>Thư viện ngoài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